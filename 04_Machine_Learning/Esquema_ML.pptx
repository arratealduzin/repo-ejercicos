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jpeg" ContentType="image/jpeg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7.png"/><Relationship Id="rId11" Type="http://schemas.openxmlformats.org/officeDocument/2006/relationships/image" Target="../media/image8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7.png"/><Relationship Id="rId11" Type="http://schemas.openxmlformats.org/officeDocument/2006/relationships/image" Target="../media/image8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 object 16" descr=""/>
          <p:cNvPicPr/>
          <p:nvPr/>
        </p:nvPicPr>
        <p:blipFill>
          <a:blip r:embed="rId2"/>
          <a:stretch/>
        </p:blipFill>
        <p:spPr>
          <a:xfrm>
            <a:off x="251280" y="187560"/>
            <a:ext cx="1374840" cy="32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914400" y="2126160"/>
            <a:ext cx="10362960" cy="4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es-E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2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s-E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01C4B5B-80D2-41EB-B26A-AF585C8713FA}" type="slidenum">
              <a:rPr b="0" lang="es-E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&lt;número&gt;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g object 16" descr=""/>
          <p:cNvPicPr/>
          <p:nvPr/>
        </p:nvPicPr>
        <p:blipFill>
          <a:blip r:embed="rId2"/>
          <a:stretch/>
        </p:blipFill>
        <p:spPr>
          <a:xfrm>
            <a:off x="251280" y="187560"/>
            <a:ext cx="1374840" cy="32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bg object 16" descr=""/>
          <p:cNvPicPr/>
          <p:nvPr/>
        </p:nvPicPr>
        <p:blipFill>
          <a:blip r:embed="rId3"/>
          <a:stretch/>
        </p:blipFill>
        <p:spPr>
          <a:xfrm>
            <a:off x="251280" y="187560"/>
            <a:ext cx="1374840" cy="32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bg object 17" descr=""/>
          <p:cNvPicPr/>
          <p:nvPr/>
        </p:nvPicPr>
        <p:blipFill>
          <a:blip r:embed="rId4"/>
          <a:stretch/>
        </p:blipFill>
        <p:spPr>
          <a:xfrm>
            <a:off x="11754000" y="380520"/>
            <a:ext cx="232920" cy="16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bg object 18"/>
          <p:cNvSpPr/>
          <p:nvPr/>
        </p:nvSpPr>
        <p:spPr>
          <a:xfrm>
            <a:off x="0" y="657000"/>
            <a:ext cx="12191760" cy="3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2192000" h="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e33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bg object 19" descr=""/>
          <p:cNvPicPr/>
          <p:nvPr/>
        </p:nvPicPr>
        <p:blipFill>
          <a:blip r:embed="rId5"/>
          <a:stretch/>
        </p:blipFill>
        <p:spPr>
          <a:xfrm>
            <a:off x="3542400" y="790200"/>
            <a:ext cx="1791720" cy="38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bg object 20" descr=""/>
          <p:cNvPicPr/>
          <p:nvPr/>
        </p:nvPicPr>
        <p:blipFill>
          <a:blip r:embed="rId6"/>
          <a:stretch/>
        </p:blipFill>
        <p:spPr>
          <a:xfrm>
            <a:off x="5135400" y="790200"/>
            <a:ext cx="1719360" cy="38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bg object 21" descr=""/>
          <p:cNvPicPr/>
          <p:nvPr/>
        </p:nvPicPr>
        <p:blipFill>
          <a:blip r:embed="rId7"/>
          <a:stretch/>
        </p:blipFill>
        <p:spPr>
          <a:xfrm>
            <a:off x="6663960" y="790200"/>
            <a:ext cx="2167920" cy="38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bg object 22"/>
          <p:cNvSpPr/>
          <p:nvPr/>
        </p:nvSpPr>
        <p:spPr>
          <a:xfrm>
            <a:off x="2265840" y="4408920"/>
            <a:ext cx="752760" cy="828360"/>
          </a:xfrm>
          <a:custGeom>
            <a:avLst/>
            <a:gdLst>
              <a:gd name="textAreaLeft" fmla="*/ 0 w 752760"/>
              <a:gd name="textAreaRight" fmla="*/ 753120 w 752760"/>
              <a:gd name="textAreaTop" fmla="*/ 0 h 828360"/>
              <a:gd name="textAreaBottom" fmla="*/ 828720 h 828360"/>
            </a:gdLst>
            <a:ahLst/>
            <a:cxnLst/>
            <a:rect l="textAreaLeft" t="textAreaTop" r="textAreaRight" b="textAreaBottom"/>
            <a:pathLst>
              <a:path w="753110" h="828675">
                <a:moveTo>
                  <a:pt x="620995" y="94139"/>
                </a:moveTo>
                <a:lnTo>
                  <a:pt x="131726" y="94139"/>
                </a:lnTo>
                <a:lnTo>
                  <a:pt x="131726" y="176974"/>
                </a:lnTo>
                <a:lnTo>
                  <a:pt x="0" y="302169"/>
                </a:lnTo>
                <a:lnTo>
                  <a:pt x="0" y="828360"/>
                </a:lnTo>
                <a:lnTo>
                  <a:pt x="752714" y="828360"/>
                </a:lnTo>
                <a:lnTo>
                  <a:pt x="752714" y="771885"/>
                </a:lnTo>
                <a:lnTo>
                  <a:pt x="86563" y="771885"/>
                </a:lnTo>
                <a:lnTo>
                  <a:pt x="111469" y="748352"/>
                </a:lnTo>
                <a:lnTo>
                  <a:pt x="56454" y="748352"/>
                </a:lnTo>
                <a:lnTo>
                  <a:pt x="56454" y="390653"/>
                </a:lnTo>
                <a:lnTo>
                  <a:pt x="188180" y="390653"/>
                </a:lnTo>
                <a:lnTo>
                  <a:pt x="188180" y="150618"/>
                </a:lnTo>
                <a:lnTo>
                  <a:pt x="620995" y="150618"/>
                </a:lnTo>
                <a:lnTo>
                  <a:pt x="620995" y="94139"/>
                </a:lnTo>
                <a:close/>
              </a:path>
              <a:path w="753110" h="828675">
                <a:moveTo>
                  <a:pt x="532105" y="547617"/>
                </a:moveTo>
                <a:lnTo>
                  <a:pt x="376831" y="547617"/>
                </a:lnTo>
                <a:lnTo>
                  <a:pt x="424964" y="556618"/>
                </a:lnTo>
                <a:lnTo>
                  <a:pt x="467628" y="583622"/>
                </a:lnTo>
                <a:lnTo>
                  <a:pt x="480801" y="595859"/>
                </a:lnTo>
                <a:lnTo>
                  <a:pt x="666158" y="771885"/>
                </a:lnTo>
                <a:lnTo>
                  <a:pt x="752714" y="771885"/>
                </a:lnTo>
                <a:lnTo>
                  <a:pt x="752714" y="749293"/>
                </a:lnTo>
                <a:lnTo>
                  <a:pt x="696267" y="749293"/>
                </a:lnTo>
                <a:lnTo>
                  <a:pt x="508087" y="570444"/>
                </a:lnTo>
                <a:lnTo>
                  <a:pt x="532105" y="547617"/>
                </a:lnTo>
                <a:close/>
              </a:path>
              <a:path w="753110" h="828675">
                <a:moveTo>
                  <a:pt x="752714" y="391594"/>
                </a:moveTo>
                <a:lnTo>
                  <a:pt x="696267" y="391594"/>
                </a:lnTo>
                <a:lnTo>
                  <a:pt x="696267" y="749293"/>
                </a:lnTo>
                <a:lnTo>
                  <a:pt x="752714" y="749293"/>
                </a:lnTo>
                <a:lnTo>
                  <a:pt x="752714" y="391594"/>
                </a:lnTo>
                <a:close/>
              </a:path>
              <a:path w="753110" h="828675">
                <a:moveTo>
                  <a:pt x="188180" y="390653"/>
                </a:moveTo>
                <a:lnTo>
                  <a:pt x="56454" y="390653"/>
                </a:lnTo>
                <a:lnTo>
                  <a:pt x="244634" y="569502"/>
                </a:lnTo>
                <a:lnTo>
                  <a:pt x="56454" y="748352"/>
                </a:lnTo>
                <a:lnTo>
                  <a:pt x="111469" y="748352"/>
                </a:lnTo>
                <a:lnTo>
                  <a:pt x="272861" y="595859"/>
                </a:lnTo>
                <a:lnTo>
                  <a:pt x="286034" y="583622"/>
                </a:lnTo>
                <a:lnTo>
                  <a:pt x="328698" y="556618"/>
                </a:lnTo>
                <a:lnTo>
                  <a:pt x="376831" y="547617"/>
                </a:lnTo>
                <a:lnTo>
                  <a:pt x="532105" y="547617"/>
                </a:lnTo>
                <a:lnTo>
                  <a:pt x="534828" y="545028"/>
                </a:lnTo>
                <a:lnTo>
                  <a:pt x="272861" y="545028"/>
                </a:lnTo>
                <a:lnTo>
                  <a:pt x="188180" y="464075"/>
                </a:lnTo>
                <a:lnTo>
                  <a:pt x="188180" y="390653"/>
                </a:lnTo>
                <a:close/>
              </a:path>
              <a:path w="753110" h="828675">
                <a:moveTo>
                  <a:pt x="398189" y="511141"/>
                </a:moveTo>
                <a:lnTo>
                  <a:pt x="354532" y="511141"/>
                </a:lnTo>
                <a:lnTo>
                  <a:pt x="312003" y="522437"/>
                </a:lnTo>
                <a:lnTo>
                  <a:pt x="272861" y="545028"/>
                </a:lnTo>
                <a:lnTo>
                  <a:pt x="479860" y="545028"/>
                </a:lnTo>
                <a:lnTo>
                  <a:pt x="440718" y="522437"/>
                </a:lnTo>
                <a:lnTo>
                  <a:pt x="398189" y="511141"/>
                </a:lnTo>
                <a:close/>
              </a:path>
              <a:path w="753110" h="828675">
                <a:moveTo>
                  <a:pt x="620995" y="150618"/>
                </a:moveTo>
                <a:lnTo>
                  <a:pt x="564541" y="150618"/>
                </a:lnTo>
                <a:lnTo>
                  <a:pt x="564541" y="464075"/>
                </a:lnTo>
                <a:lnTo>
                  <a:pt x="479860" y="545028"/>
                </a:lnTo>
                <a:lnTo>
                  <a:pt x="534828" y="545028"/>
                </a:lnTo>
                <a:lnTo>
                  <a:pt x="696267" y="391594"/>
                </a:lnTo>
                <a:lnTo>
                  <a:pt x="752714" y="391594"/>
                </a:lnTo>
                <a:lnTo>
                  <a:pt x="752714" y="302169"/>
                </a:lnTo>
                <a:lnTo>
                  <a:pt x="620995" y="176033"/>
                </a:lnTo>
                <a:lnTo>
                  <a:pt x="620995" y="150618"/>
                </a:lnTo>
                <a:close/>
              </a:path>
              <a:path w="753110" h="828675">
                <a:moveTo>
                  <a:pt x="376360" y="0"/>
                </a:moveTo>
                <a:lnTo>
                  <a:pt x="263452" y="94139"/>
                </a:lnTo>
                <a:lnTo>
                  <a:pt x="489269" y="94139"/>
                </a:lnTo>
                <a:lnTo>
                  <a:pt x="376360" y="0"/>
                </a:lnTo>
                <a:close/>
              </a:path>
            </a:pathLst>
          </a:custGeom>
          <a:solidFill>
            <a:srgbClr val="2d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" name="bg object 23" descr=""/>
          <p:cNvPicPr/>
          <p:nvPr/>
        </p:nvPicPr>
        <p:blipFill>
          <a:blip r:embed="rId8"/>
          <a:stretch/>
        </p:blipFill>
        <p:spPr>
          <a:xfrm>
            <a:off x="2520720" y="4614120"/>
            <a:ext cx="244440" cy="24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bg object 24" descr=""/>
          <p:cNvPicPr/>
          <p:nvPr/>
        </p:nvPicPr>
        <p:blipFill>
          <a:blip r:embed="rId9"/>
          <a:stretch/>
        </p:blipFill>
        <p:spPr>
          <a:xfrm>
            <a:off x="2275920" y="2057040"/>
            <a:ext cx="730080" cy="51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bg object 25"/>
          <p:cNvSpPr/>
          <p:nvPr/>
        </p:nvSpPr>
        <p:spPr>
          <a:xfrm>
            <a:off x="3093480" y="2312280"/>
            <a:ext cx="1009800" cy="1117080"/>
          </a:xfrm>
          <a:custGeom>
            <a:avLst/>
            <a:gdLst>
              <a:gd name="textAreaLeft" fmla="*/ 0 w 1009800"/>
              <a:gd name="textAreaRight" fmla="*/ 1010160 w 1009800"/>
              <a:gd name="textAreaTop" fmla="*/ 0 h 1117080"/>
              <a:gd name="textAreaBottom" fmla="*/ 1117440 h 1117080"/>
            </a:gdLst>
            <a:ahLst/>
            <a:cxnLst/>
            <a:rect l="textAreaLeft" t="textAreaTop" r="textAreaRight" b="textAreaBottom"/>
            <a:pathLst>
              <a:path w="1010285" h="1117600">
                <a:moveTo>
                  <a:pt x="954281" y="1065130"/>
                </a:moveTo>
                <a:lnTo>
                  <a:pt x="930782" y="1086358"/>
                </a:lnTo>
                <a:lnTo>
                  <a:pt x="1010157" y="1117346"/>
                </a:lnTo>
                <a:lnTo>
                  <a:pt x="998232" y="1074547"/>
                </a:lnTo>
                <a:lnTo>
                  <a:pt x="962786" y="1074547"/>
                </a:lnTo>
                <a:lnTo>
                  <a:pt x="954281" y="1065130"/>
                </a:lnTo>
                <a:close/>
              </a:path>
              <a:path w="1010285" h="1117600">
                <a:moveTo>
                  <a:pt x="963758" y="1056568"/>
                </a:moveTo>
                <a:lnTo>
                  <a:pt x="954281" y="1065130"/>
                </a:lnTo>
                <a:lnTo>
                  <a:pt x="962786" y="1074547"/>
                </a:lnTo>
                <a:lnTo>
                  <a:pt x="972311" y="1066038"/>
                </a:lnTo>
                <a:lnTo>
                  <a:pt x="963758" y="1056568"/>
                </a:lnTo>
                <a:close/>
              </a:path>
              <a:path w="1010285" h="1117600">
                <a:moveTo>
                  <a:pt x="987297" y="1035303"/>
                </a:moveTo>
                <a:lnTo>
                  <a:pt x="963758" y="1056568"/>
                </a:lnTo>
                <a:lnTo>
                  <a:pt x="972311" y="1066038"/>
                </a:lnTo>
                <a:lnTo>
                  <a:pt x="962786" y="1074547"/>
                </a:lnTo>
                <a:lnTo>
                  <a:pt x="998232" y="1074547"/>
                </a:lnTo>
                <a:lnTo>
                  <a:pt x="987297" y="1035303"/>
                </a:lnTo>
                <a:close/>
              </a:path>
              <a:path w="1010285" h="1117600">
                <a:moveTo>
                  <a:pt x="9398" y="0"/>
                </a:moveTo>
                <a:lnTo>
                  <a:pt x="0" y="8636"/>
                </a:lnTo>
                <a:lnTo>
                  <a:pt x="954281" y="1065130"/>
                </a:lnTo>
                <a:lnTo>
                  <a:pt x="963758" y="1056568"/>
                </a:lnTo>
                <a:lnTo>
                  <a:pt x="9398" y="0"/>
                </a:lnTo>
                <a:close/>
              </a:path>
            </a:pathLst>
          </a:custGeom>
          <a:solidFill>
            <a:srgbClr val="e490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bg object 26" descr=""/>
          <p:cNvPicPr/>
          <p:nvPr/>
        </p:nvPicPr>
        <p:blipFill>
          <a:blip r:embed="rId10"/>
          <a:stretch/>
        </p:blipFill>
        <p:spPr>
          <a:xfrm>
            <a:off x="8457120" y="1991160"/>
            <a:ext cx="730080" cy="51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bg object 27"/>
          <p:cNvSpPr/>
          <p:nvPr/>
        </p:nvSpPr>
        <p:spPr>
          <a:xfrm>
            <a:off x="7435080" y="2708280"/>
            <a:ext cx="1017000" cy="726840"/>
          </a:xfrm>
          <a:custGeom>
            <a:avLst/>
            <a:gdLst>
              <a:gd name="textAreaLeft" fmla="*/ 0 w 1017000"/>
              <a:gd name="textAreaRight" fmla="*/ 1017360 w 1017000"/>
              <a:gd name="textAreaTop" fmla="*/ 0 h 726840"/>
              <a:gd name="textAreaBottom" fmla="*/ 727200 h 726840"/>
            </a:gdLst>
            <a:ahLst/>
            <a:cxnLst/>
            <a:rect l="textAreaLeft" t="textAreaTop" r="textAreaRight" b="textAreaBottom"/>
            <a:pathLst>
              <a:path w="1017270" h="727075">
                <a:moveTo>
                  <a:pt x="951569" y="38973"/>
                </a:moveTo>
                <a:lnTo>
                  <a:pt x="0" y="716152"/>
                </a:lnTo>
                <a:lnTo>
                  <a:pt x="7366" y="726566"/>
                </a:lnTo>
                <a:lnTo>
                  <a:pt x="958951" y="49375"/>
                </a:lnTo>
                <a:lnTo>
                  <a:pt x="951569" y="38973"/>
                </a:lnTo>
                <a:close/>
              </a:path>
              <a:path w="1017270" h="727075">
                <a:moveTo>
                  <a:pt x="1000443" y="31623"/>
                </a:moveTo>
                <a:lnTo>
                  <a:pt x="961898" y="31623"/>
                </a:lnTo>
                <a:lnTo>
                  <a:pt x="969264" y="42037"/>
                </a:lnTo>
                <a:lnTo>
                  <a:pt x="958951" y="49375"/>
                </a:lnTo>
                <a:lnTo>
                  <a:pt x="977265" y="75184"/>
                </a:lnTo>
                <a:lnTo>
                  <a:pt x="1000443" y="31623"/>
                </a:lnTo>
                <a:close/>
              </a:path>
              <a:path w="1017270" h="727075">
                <a:moveTo>
                  <a:pt x="961898" y="31623"/>
                </a:moveTo>
                <a:lnTo>
                  <a:pt x="951569" y="38973"/>
                </a:lnTo>
                <a:lnTo>
                  <a:pt x="958951" y="49375"/>
                </a:lnTo>
                <a:lnTo>
                  <a:pt x="969264" y="42037"/>
                </a:lnTo>
                <a:lnTo>
                  <a:pt x="961898" y="31623"/>
                </a:lnTo>
                <a:close/>
              </a:path>
              <a:path w="1017270" h="727075">
                <a:moveTo>
                  <a:pt x="1017270" y="0"/>
                </a:moveTo>
                <a:lnTo>
                  <a:pt x="933196" y="13080"/>
                </a:lnTo>
                <a:lnTo>
                  <a:pt x="951569" y="38973"/>
                </a:lnTo>
                <a:lnTo>
                  <a:pt x="961898" y="31623"/>
                </a:lnTo>
                <a:lnTo>
                  <a:pt x="1000443" y="31623"/>
                </a:lnTo>
                <a:lnTo>
                  <a:pt x="1017270" y="0"/>
                </a:lnTo>
                <a:close/>
              </a:path>
            </a:pathLst>
          </a:custGeom>
          <a:solidFill>
            <a:srgbClr val="e490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bg object 28"/>
          <p:cNvSpPr/>
          <p:nvPr/>
        </p:nvSpPr>
        <p:spPr>
          <a:xfrm>
            <a:off x="9229680" y="2062800"/>
            <a:ext cx="536760" cy="270000"/>
          </a:xfrm>
          <a:custGeom>
            <a:avLst/>
            <a:gdLst>
              <a:gd name="textAreaLeft" fmla="*/ 0 w 536760"/>
              <a:gd name="textAreaRight" fmla="*/ 537120 w 536760"/>
              <a:gd name="textAreaTop" fmla="*/ 0 h 270000"/>
              <a:gd name="textAreaBottom" fmla="*/ 270360 h 270000"/>
            </a:gdLst>
            <a:ahLst/>
            <a:cxnLst/>
            <a:rect l="textAreaLeft" t="textAreaTop" r="textAreaRight" b="textAreaBottom"/>
            <a:pathLst>
              <a:path w="537209" h="270510">
                <a:moveTo>
                  <a:pt x="361315" y="30010"/>
                </a:moveTo>
                <a:lnTo>
                  <a:pt x="331317" y="0"/>
                </a:lnTo>
                <a:lnTo>
                  <a:pt x="121488" y="209905"/>
                </a:lnTo>
                <a:lnTo>
                  <a:pt x="29997" y="118364"/>
                </a:lnTo>
                <a:lnTo>
                  <a:pt x="0" y="148386"/>
                </a:lnTo>
                <a:lnTo>
                  <a:pt x="121488" y="269951"/>
                </a:lnTo>
                <a:lnTo>
                  <a:pt x="361315" y="30010"/>
                </a:lnTo>
                <a:close/>
              </a:path>
              <a:path w="537209" h="270510">
                <a:moveTo>
                  <a:pt x="381584" y="227279"/>
                </a:moveTo>
                <a:lnTo>
                  <a:pt x="218922" y="227279"/>
                </a:lnTo>
                <a:lnTo>
                  <a:pt x="218922" y="269722"/>
                </a:lnTo>
                <a:lnTo>
                  <a:pt x="381584" y="269722"/>
                </a:lnTo>
                <a:lnTo>
                  <a:pt x="381584" y="227279"/>
                </a:lnTo>
                <a:close/>
              </a:path>
              <a:path w="537209" h="270510">
                <a:moveTo>
                  <a:pt x="459384" y="149440"/>
                </a:moveTo>
                <a:lnTo>
                  <a:pt x="296710" y="149440"/>
                </a:lnTo>
                <a:lnTo>
                  <a:pt x="296710" y="191897"/>
                </a:lnTo>
                <a:lnTo>
                  <a:pt x="459384" y="191897"/>
                </a:lnTo>
                <a:lnTo>
                  <a:pt x="459384" y="149440"/>
                </a:lnTo>
                <a:close/>
              </a:path>
              <a:path w="537209" h="270510">
                <a:moveTo>
                  <a:pt x="537184" y="71615"/>
                </a:moveTo>
                <a:lnTo>
                  <a:pt x="374510" y="71615"/>
                </a:lnTo>
                <a:lnTo>
                  <a:pt x="374510" y="114058"/>
                </a:lnTo>
                <a:lnTo>
                  <a:pt x="537184" y="114058"/>
                </a:lnTo>
                <a:lnTo>
                  <a:pt x="537184" y="71615"/>
                </a:lnTo>
                <a:close/>
              </a:path>
            </a:pathLst>
          </a:custGeom>
          <a:solidFill>
            <a:srgbClr val="5382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bg object 29"/>
          <p:cNvSpPr/>
          <p:nvPr/>
        </p:nvSpPr>
        <p:spPr>
          <a:xfrm>
            <a:off x="3245400" y="3581280"/>
            <a:ext cx="858240" cy="1244160"/>
          </a:xfrm>
          <a:custGeom>
            <a:avLst/>
            <a:gdLst>
              <a:gd name="textAreaLeft" fmla="*/ 0 w 858240"/>
              <a:gd name="textAreaRight" fmla="*/ 858600 w 858240"/>
              <a:gd name="textAreaTop" fmla="*/ 0 h 1244160"/>
              <a:gd name="textAreaBottom" fmla="*/ 1244520 h 1244160"/>
            </a:gdLst>
            <a:ahLst/>
            <a:cxnLst/>
            <a:rect l="textAreaLeft" t="textAreaTop" r="textAreaRight" b="textAreaBottom"/>
            <a:pathLst>
              <a:path w="858520" h="1244600">
                <a:moveTo>
                  <a:pt x="809834" y="59174"/>
                </a:moveTo>
                <a:lnTo>
                  <a:pt x="0" y="1236852"/>
                </a:lnTo>
                <a:lnTo>
                  <a:pt x="10413" y="1244092"/>
                </a:lnTo>
                <a:lnTo>
                  <a:pt x="820230" y="66314"/>
                </a:lnTo>
                <a:lnTo>
                  <a:pt x="809834" y="59174"/>
                </a:lnTo>
                <a:close/>
              </a:path>
              <a:path w="858520" h="1244600">
                <a:moveTo>
                  <a:pt x="851435" y="48768"/>
                </a:moveTo>
                <a:lnTo>
                  <a:pt x="816990" y="48768"/>
                </a:lnTo>
                <a:lnTo>
                  <a:pt x="827404" y="55880"/>
                </a:lnTo>
                <a:lnTo>
                  <a:pt x="820230" y="66314"/>
                </a:lnTo>
                <a:lnTo>
                  <a:pt x="846454" y="84327"/>
                </a:lnTo>
                <a:lnTo>
                  <a:pt x="851435" y="48768"/>
                </a:lnTo>
                <a:close/>
              </a:path>
              <a:path w="858520" h="1244600">
                <a:moveTo>
                  <a:pt x="816990" y="48768"/>
                </a:moveTo>
                <a:lnTo>
                  <a:pt x="809834" y="59174"/>
                </a:lnTo>
                <a:lnTo>
                  <a:pt x="820230" y="66314"/>
                </a:lnTo>
                <a:lnTo>
                  <a:pt x="827404" y="55880"/>
                </a:lnTo>
                <a:lnTo>
                  <a:pt x="816990" y="48768"/>
                </a:lnTo>
                <a:close/>
              </a:path>
              <a:path w="858520" h="1244600">
                <a:moveTo>
                  <a:pt x="858265" y="0"/>
                </a:moveTo>
                <a:lnTo>
                  <a:pt x="783589" y="41148"/>
                </a:lnTo>
                <a:lnTo>
                  <a:pt x="809834" y="59174"/>
                </a:lnTo>
                <a:lnTo>
                  <a:pt x="816990" y="48768"/>
                </a:lnTo>
                <a:lnTo>
                  <a:pt x="851435" y="48768"/>
                </a:lnTo>
                <a:lnTo>
                  <a:pt x="858265" y="0"/>
                </a:lnTo>
                <a:close/>
              </a:path>
            </a:pathLst>
          </a:custGeom>
          <a:solidFill>
            <a:srgbClr val="e490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bg object 30"/>
          <p:cNvSpPr/>
          <p:nvPr/>
        </p:nvSpPr>
        <p:spPr>
          <a:xfrm>
            <a:off x="8535600" y="4340520"/>
            <a:ext cx="752760" cy="828360"/>
          </a:xfrm>
          <a:custGeom>
            <a:avLst/>
            <a:gdLst>
              <a:gd name="textAreaLeft" fmla="*/ 0 w 752760"/>
              <a:gd name="textAreaRight" fmla="*/ 753120 w 752760"/>
              <a:gd name="textAreaTop" fmla="*/ 0 h 828360"/>
              <a:gd name="textAreaBottom" fmla="*/ 828720 h 828360"/>
            </a:gdLst>
            <a:ahLst/>
            <a:cxnLst/>
            <a:rect l="textAreaLeft" t="textAreaTop" r="textAreaRight" b="textAreaBottom"/>
            <a:pathLst>
              <a:path w="753109" h="828675">
                <a:moveTo>
                  <a:pt x="620995" y="94139"/>
                </a:moveTo>
                <a:lnTo>
                  <a:pt x="131726" y="94139"/>
                </a:lnTo>
                <a:lnTo>
                  <a:pt x="131726" y="176974"/>
                </a:lnTo>
                <a:lnTo>
                  <a:pt x="0" y="302169"/>
                </a:lnTo>
                <a:lnTo>
                  <a:pt x="0" y="828360"/>
                </a:lnTo>
                <a:lnTo>
                  <a:pt x="752714" y="828360"/>
                </a:lnTo>
                <a:lnTo>
                  <a:pt x="752714" y="771885"/>
                </a:lnTo>
                <a:lnTo>
                  <a:pt x="86563" y="771885"/>
                </a:lnTo>
                <a:lnTo>
                  <a:pt x="111469" y="748352"/>
                </a:lnTo>
                <a:lnTo>
                  <a:pt x="56454" y="748352"/>
                </a:lnTo>
                <a:lnTo>
                  <a:pt x="56454" y="390653"/>
                </a:lnTo>
                <a:lnTo>
                  <a:pt x="188180" y="390653"/>
                </a:lnTo>
                <a:lnTo>
                  <a:pt x="188180" y="150618"/>
                </a:lnTo>
                <a:lnTo>
                  <a:pt x="620995" y="150618"/>
                </a:lnTo>
                <a:lnTo>
                  <a:pt x="620995" y="94139"/>
                </a:lnTo>
                <a:close/>
              </a:path>
              <a:path w="753109" h="828675">
                <a:moveTo>
                  <a:pt x="532105" y="547617"/>
                </a:moveTo>
                <a:lnTo>
                  <a:pt x="376831" y="547617"/>
                </a:lnTo>
                <a:lnTo>
                  <a:pt x="424964" y="556618"/>
                </a:lnTo>
                <a:lnTo>
                  <a:pt x="467628" y="583622"/>
                </a:lnTo>
                <a:lnTo>
                  <a:pt x="480801" y="595859"/>
                </a:lnTo>
                <a:lnTo>
                  <a:pt x="666159" y="771885"/>
                </a:lnTo>
                <a:lnTo>
                  <a:pt x="752714" y="771885"/>
                </a:lnTo>
                <a:lnTo>
                  <a:pt x="752714" y="749293"/>
                </a:lnTo>
                <a:lnTo>
                  <a:pt x="696268" y="749293"/>
                </a:lnTo>
                <a:lnTo>
                  <a:pt x="508087" y="570444"/>
                </a:lnTo>
                <a:lnTo>
                  <a:pt x="532105" y="547617"/>
                </a:lnTo>
                <a:close/>
              </a:path>
              <a:path w="753109" h="828675">
                <a:moveTo>
                  <a:pt x="752714" y="391594"/>
                </a:moveTo>
                <a:lnTo>
                  <a:pt x="696267" y="391594"/>
                </a:lnTo>
                <a:lnTo>
                  <a:pt x="696268" y="749293"/>
                </a:lnTo>
                <a:lnTo>
                  <a:pt x="752714" y="749293"/>
                </a:lnTo>
                <a:lnTo>
                  <a:pt x="752714" y="391594"/>
                </a:lnTo>
                <a:close/>
              </a:path>
              <a:path w="753109" h="828675">
                <a:moveTo>
                  <a:pt x="188180" y="390653"/>
                </a:moveTo>
                <a:lnTo>
                  <a:pt x="56454" y="390653"/>
                </a:lnTo>
                <a:lnTo>
                  <a:pt x="244634" y="569502"/>
                </a:lnTo>
                <a:lnTo>
                  <a:pt x="56454" y="748352"/>
                </a:lnTo>
                <a:lnTo>
                  <a:pt x="111469" y="748352"/>
                </a:lnTo>
                <a:lnTo>
                  <a:pt x="272861" y="595859"/>
                </a:lnTo>
                <a:lnTo>
                  <a:pt x="286034" y="583622"/>
                </a:lnTo>
                <a:lnTo>
                  <a:pt x="328698" y="556618"/>
                </a:lnTo>
                <a:lnTo>
                  <a:pt x="376831" y="547617"/>
                </a:lnTo>
                <a:lnTo>
                  <a:pt x="532105" y="547617"/>
                </a:lnTo>
                <a:lnTo>
                  <a:pt x="534828" y="545028"/>
                </a:lnTo>
                <a:lnTo>
                  <a:pt x="272861" y="545028"/>
                </a:lnTo>
                <a:lnTo>
                  <a:pt x="188180" y="464075"/>
                </a:lnTo>
                <a:lnTo>
                  <a:pt x="188180" y="390653"/>
                </a:lnTo>
                <a:close/>
              </a:path>
              <a:path w="753109" h="828675">
                <a:moveTo>
                  <a:pt x="398190" y="511141"/>
                </a:moveTo>
                <a:lnTo>
                  <a:pt x="354532" y="511141"/>
                </a:lnTo>
                <a:lnTo>
                  <a:pt x="312003" y="522437"/>
                </a:lnTo>
                <a:lnTo>
                  <a:pt x="272861" y="545028"/>
                </a:lnTo>
                <a:lnTo>
                  <a:pt x="479860" y="545028"/>
                </a:lnTo>
                <a:lnTo>
                  <a:pt x="440718" y="522437"/>
                </a:lnTo>
                <a:lnTo>
                  <a:pt x="398190" y="511141"/>
                </a:lnTo>
                <a:close/>
              </a:path>
              <a:path w="753109" h="828675">
                <a:moveTo>
                  <a:pt x="620995" y="150618"/>
                </a:moveTo>
                <a:lnTo>
                  <a:pt x="564541" y="150618"/>
                </a:lnTo>
                <a:lnTo>
                  <a:pt x="564541" y="464075"/>
                </a:lnTo>
                <a:lnTo>
                  <a:pt x="479860" y="545028"/>
                </a:lnTo>
                <a:lnTo>
                  <a:pt x="534828" y="545028"/>
                </a:lnTo>
                <a:lnTo>
                  <a:pt x="696267" y="391594"/>
                </a:lnTo>
                <a:lnTo>
                  <a:pt x="752714" y="391594"/>
                </a:lnTo>
                <a:lnTo>
                  <a:pt x="752714" y="302169"/>
                </a:lnTo>
                <a:lnTo>
                  <a:pt x="620995" y="176033"/>
                </a:lnTo>
                <a:lnTo>
                  <a:pt x="620995" y="150618"/>
                </a:lnTo>
                <a:close/>
              </a:path>
              <a:path w="753109" h="828675">
                <a:moveTo>
                  <a:pt x="376360" y="0"/>
                </a:moveTo>
                <a:lnTo>
                  <a:pt x="263452" y="94139"/>
                </a:lnTo>
                <a:lnTo>
                  <a:pt x="489269" y="94139"/>
                </a:lnTo>
                <a:lnTo>
                  <a:pt x="376360" y="0"/>
                </a:lnTo>
                <a:close/>
              </a:path>
            </a:pathLst>
          </a:custGeom>
          <a:solidFill>
            <a:srgbClr val="2d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" name="bg object 31" descr=""/>
          <p:cNvPicPr/>
          <p:nvPr/>
        </p:nvPicPr>
        <p:blipFill>
          <a:blip r:embed="rId11"/>
          <a:stretch/>
        </p:blipFill>
        <p:spPr>
          <a:xfrm>
            <a:off x="8790480" y="4545720"/>
            <a:ext cx="244440" cy="24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bg object 32"/>
          <p:cNvSpPr/>
          <p:nvPr/>
        </p:nvSpPr>
        <p:spPr>
          <a:xfrm>
            <a:off x="7433280" y="3460320"/>
            <a:ext cx="931320" cy="1361880"/>
          </a:xfrm>
          <a:custGeom>
            <a:avLst/>
            <a:gdLst>
              <a:gd name="textAreaLeft" fmla="*/ 0 w 931320"/>
              <a:gd name="textAreaRight" fmla="*/ 931680 w 931320"/>
              <a:gd name="textAreaTop" fmla="*/ 0 h 1361880"/>
              <a:gd name="textAreaBottom" fmla="*/ 1362240 h 1361880"/>
            </a:gdLst>
            <a:ahLst/>
            <a:cxnLst/>
            <a:rect l="textAreaLeft" t="textAreaTop" r="textAreaRight" b="textAreaBottom"/>
            <a:pathLst>
              <a:path w="931545" h="1362075">
                <a:moveTo>
                  <a:pt x="883230" y="1302668"/>
                </a:moveTo>
                <a:lnTo>
                  <a:pt x="856996" y="1320545"/>
                </a:lnTo>
                <a:lnTo>
                  <a:pt x="931418" y="1362074"/>
                </a:lnTo>
                <a:lnTo>
                  <a:pt x="924800" y="1313179"/>
                </a:lnTo>
                <a:lnTo>
                  <a:pt x="890397" y="1313179"/>
                </a:lnTo>
                <a:lnTo>
                  <a:pt x="883230" y="1302668"/>
                </a:lnTo>
                <a:close/>
              </a:path>
              <a:path w="931545" h="1362075">
                <a:moveTo>
                  <a:pt x="893651" y="1295566"/>
                </a:moveTo>
                <a:lnTo>
                  <a:pt x="883230" y="1302668"/>
                </a:lnTo>
                <a:lnTo>
                  <a:pt x="890397" y="1313179"/>
                </a:lnTo>
                <a:lnTo>
                  <a:pt x="900811" y="1306067"/>
                </a:lnTo>
                <a:lnTo>
                  <a:pt x="893651" y="1295566"/>
                </a:lnTo>
                <a:close/>
              </a:path>
              <a:path w="931545" h="1362075">
                <a:moveTo>
                  <a:pt x="919988" y="1277620"/>
                </a:moveTo>
                <a:lnTo>
                  <a:pt x="893651" y="1295566"/>
                </a:lnTo>
                <a:lnTo>
                  <a:pt x="900811" y="1306067"/>
                </a:lnTo>
                <a:lnTo>
                  <a:pt x="890397" y="1313179"/>
                </a:lnTo>
                <a:lnTo>
                  <a:pt x="924800" y="1313179"/>
                </a:lnTo>
                <a:lnTo>
                  <a:pt x="919988" y="1277620"/>
                </a:lnTo>
                <a:close/>
              </a:path>
              <a:path w="931545" h="1362075">
                <a:moveTo>
                  <a:pt x="10414" y="0"/>
                </a:moveTo>
                <a:lnTo>
                  <a:pt x="0" y="7112"/>
                </a:lnTo>
                <a:lnTo>
                  <a:pt x="883230" y="1302668"/>
                </a:lnTo>
                <a:lnTo>
                  <a:pt x="893651" y="1295566"/>
                </a:lnTo>
                <a:lnTo>
                  <a:pt x="10414" y="0"/>
                </a:lnTo>
                <a:close/>
              </a:path>
            </a:pathLst>
          </a:custGeom>
          <a:solidFill>
            <a:srgbClr val="e490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bg object 33"/>
          <p:cNvSpPr/>
          <p:nvPr/>
        </p:nvSpPr>
        <p:spPr>
          <a:xfrm>
            <a:off x="9271800" y="4306680"/>
            <a:ext cx="366840" cy="367200"/>
          </a:xfrm>
          <a:custGeom>
            <a:avLst/>
            <a:gdLst>
              <a:gd name="textAreaLeft" fmla="*/ 0 w 366840"/>
              <a:gd name="textAreaRight" fmla="*/ 367200 w 366840"/>
              <a:gd name="textAreaTop" fmla="*/ 0 h 367200"/>
              <a:gd name="textAreaBottom" fmla="*/ 367560 h 367200"/>
            </a:gdLst>
            <a:ahLst/>
            <a:cxnLst/>
            <a:rect l="textAreaLeft" t="textAreaTop" r="textAreaRight" b="textAreaBottom"/>
            <a:pathLst>
              <a:path w="367029" h="367664">
                <a:moveTo>
                  <a:pt x="183587" y="0"/>
                </a:moveTo>
                <a:lnTo>
                  <a:pt x="134637" y="6571"/>
                </a:lnTo>
                <a:lnTo>
                  <a:pt x="90822" y="25080"/>
                </a:lnTo>
                <a:lnTo>
                  <a:pt x="53707" y="53777"/>
                </a:lnTo>
                <a:lnTo>
                  <a:pt x="25034" y="90914"/>
                </a:lnTo>
                <a:lnTo>
                  <a:pt x="6549" y="134740"/>
                </a:lnTo>
                <a:lnTo>
                  <a:pt x="0" y="183529"/>
                </a:lnTo>
                <a:lnTo>
                  <a:pt x="6553" y="232316"/>
                </a:lnTo>
                <a:lnTo>
                  <a:pt x="25047" y="276154"/>
                </a:lnTo>
                <a:lnTo>
                  <a:pt x="53731" y="313296"/>
                </a:lnTo>
                <a:lnTo>
                  <a:pt x="90858" y="341991"/>
                </a:lnTo>
                <a:lnTo>
                  <a:pt x="134682" y="360491"/>
                </a:lnTo>
                <a:lnTo>
                  <a:pt x="183431" y="367046"/>
                </a:lnTo>
                <a:lnTo>
                  <a:pt x="232198" y="360491"/>
                </a:lnTo>
                <a:lnTo>
                  <a:pt x="276021" y="341991"/>
                </a:lnTo>
                <a:lnTo>
                  <a:pt x="313151" y="313296"/>
                </a:lnTo>
                <a:lnTo>
                  <a:pt x="341839" y="276154"/>
                </a:lnTo>
                <a:lnTo>
                  <a:pt x="346323" y="265525"/>
                </a:lnTo>
                <a:lnTo>
                  <a:pt x="124602" y="265524"/>
                </a:lnTo>
                <a:lnTo>
                  <a:pt x="101507" y="242419"/>
                </a:lnTo>
                <a:lnTo>
                  <a:pt x="160311" y="183529"/>
                </a:lnTo>
                <a:lnTo>
                  <a:pt x="101475" y="124610"/>
                </a:lnTo>
                <a:lnTo>
                  <a:pt x="124590" y="101509"/>
                </a:lnTo>
                <a:lnTo>
                  <a:pt x="346351" y="101509"/>
                </a:lnTo>
                <a:lnTo>
                  <a:pt x="341886" y="90914"/>
                </a:lnTo>
                <a:lnTo>
                  <a:pt x="313226" y="53777"/>
                </a:lnTo>
                <a:lnTo>
                  <a:pt x="276125" y="25080"/>
                </a:lnTo>
                <a:lnTo>
                  <a:pt x="232329" y="6571"/>
                </a:lnTo>
                <a:lnTo>
                  <a:pt x="183587" y="0"/>
                </a:lnTo>
                <a:close/>
              </a:path>
              <a:path w="367029" h="367664">
                <a:moveTo>
                  <a:pt x="183443" y="206614"/>
                </a:moveTo>
                <a:lnTo>
                  <a:pt x="124578" y="265524"/>
                </a:lnTo>
                <a:lnTo>
                  <a:pt x="242316" y="265524"/>
                </a:lnTo>
                <a:lnTo>
                  <a:pt x="183443" y="206614"/>
                </a:lnTo>
                <a:close/>
              </a:path>
              <a:path w="367029" h="367664">
                <a:moveTo>
                  <a:pt x="346351" y="101509"/>
                </a:moveTo>
                <a:lnTo>
                  <a:pt x="242316" y="101509"/>
                </a:lnTo>
                <a:lnTo>
                  <a:pt x="265407" y="124610"/>
                </a:lnTo>
                <a:lnTo>
                  <a:pt x="206554" y="183529"/>
                </a:lnTo>
                <a:lnTo>
                  <a:pt x="265407" y="242419"/>
                </a:lnTo>
                <a:lnTo>
                  <a:pt x="242316" y="265524"/>
                </a:lnTo>
                <a:lnTo>
                  <a:pt x="346323" y="265525"/>
                </a:lnTo>
                <a:lnTo>
                  <a:pt x="360334" y="232316"/>
                </a:lnTo>
                <a:lnTo>
                  <a:pt x="366888" y="183529"/>
                </a:lnTo>
                <a:lnTo>
                  <a:pt x="360356" y="134740"/>
                </a:lnTo>
                <a:lnTo>
                  <a:pt x="346351" y="101509"/>
                </a:lnTo>
                <a:close/>
              </a:path>
              <a:path w="367029" h="367664">
                <a:moveTo>
                  <a:pt x="242316" y="101509"/>
                </a:moveTo>
                <a:lnTo>
                  <a:pt x="124590" y="101509"/>
                </a:lnTo>
                <a:lnTo>
                  <a:pt x="183443" y="160427"/>
                </a:lnTo>
                <a:lnTo>
                  <a:pt x="242316" y="101509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bg object 34"/>
          <p:cNvSpPr/>
          <p:nvPr/>
        </p:nvSpPr>
        <p:spPr>
          <a:xfrm>
            <a:off x="4385160" y="2709000"/>
            <a:ext cx="2967120" cy="1310400"/>
          </a:xfrm>
          <a:custGeom>
            <a:avLst/>
            <a:gdLst>
              <a:gd name="textAreaLeft" fmla="*/ 0 w 2967120"/>
              <a:gd name="textAreaRight" fmla="*/ 2967480 w 2967120"/>
              <a:gd name="textAreaTop" fmla="*/ 0 h 1310400"/>
              <a:gd name="textAreaBottom" fmla="*/ 1310760 h 1310400"/>
            </a:gdLst>
            <a:ahLst/>
            <a:cxnLst/>
            <a:rect l="textAreaLeft" t="textAreaTop" r="textAreaRight" b="textAreaBottom"/>
            <a:pathLst>
              <a:path w="2967354" h="1310639">
                <a:moveTo>
                  <a:pt x="2748788" y="0"/>
                </a:moveTo>
                <a:lnTo>
                  <a:pt x="218439" y="0"/>
                </a:lnTo>
                <a:lnTo>
                  <a:pt x="168350" y="5768"/>
                </a:lnTo>
                <a:lnTo>
                  <a:pt x="122371" y="22200"/>
                </a:lnTo>
                <a:lnTo>
                  <a:pt x="81813" y="47986"/>
                </a:lnTo>
                <a:lnTo>
                  <a:pt x="47986" y="81813"/>
                </a:lnTo>
                <a:lnTo>
                  <a:pt x="22200" y="122371"/>
                </a:lnTo>
                <a:lnTo>
                  <a:pt x="5768" y="168350"/>
                </a:lnTo>
                <a:lnTo>
                  <a:pt x="0" y="218439"/>
                </a:lnTo>
                <a:lnTo>
                  <a:pt x="0" y="1092200"/>
                </a:lnTo>
                <a:lnTo>
                  <a:pt x="5768" y="1142289"/>
                </a:lnTo>
                <a:lnTo>
                  <a:pt x="22200" y="1188268"/>
                </a:lnTo>
                <a:lnTo>
                  <a:pt x="47986" y="1228826"/>
                </a:lnTo>
                <a:lnTo>
                  <a:pt x="81813" y="1262653"/>
                </a:lnTo>
                <a:lnTo>
                  <a:pt x="122371" y="1288439"/>
                </a:lnTo>
                <a:lnTo>
                  <a:pt x="168350" y="1304871"/>
                </a:lnTo>
                <a:lnTo>
                  <a:pt x="218439" y="1310639"/>
                </a:lnTo>
                <a:lnTo>
                  <a:pt x="2748788" y="1310639"/>
                </a:lnTo>
                <a:lnTo>
                  <a:pt x="2798877" y="1304871"/>
                </a:lnTo>
                <a:lnTo>
                  <a:pt x="2844856" y="1288439"/>
                </a:lnTo>
                <a:lnTo>
                  <a:pt x="2885414" y="1262653"/>
                </a:lnTo>
                <a:lnTo>
                  <a:pt x="2919241" y="1228826"/>
                </a:lnTo>
                <a:lnTo>
                  <a:pt x="2945027" y="1188268"/>
                </a:lnTo>
                <a:lnTo>
                  <a:pt x="2961459" y="1142289"/>
                </a:lnTo>
                <a:lnTo>
                  <a:pt x="2967228" y="1092200"/>
                </a:lnTo>
                <a:lnTo>
                  <a:pt x="2967228" y="218439"/>
                </a:lnTo>
                <a:lnTo>
                  <a:pt x="2961459" y="168350"/>
                </a:lnTo>
                <a:lnTo>
                  <a:pt x="2945027" y="122371"/>
                </a:lnTo>
                <a:lnTo>
                  <a:pt x="2919241" y="81813"/>
                </a:lnTo>
                <a:lnTo>
                  <a:pt x="2885414" y="47986"/>
                </a:lnTo>
                <a:lnTo>
                  <a:pt x="2844856" y="22200"/>
                </a:lnTo>
                <a:lnTo>
                  <a:pt x="2798877" y="5768"/>
                </a:lnTo>
                <a:lnTo>
                  <a:pt x="2748788" y="0"/>
                </a:lnTo>
                <a:close/>
              </a:path>
            </a:pathLst>
          </a:custGeom>
          <a:solidFill>
            <a:srgbClr val="e894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bg object 35"/>
          <p:cNvSpPr/>
          <p:nvPr/>
        </p:nvSpPr>
        <p:spPr>
          <a:xfrm>
            <a:off x="4385160" y="2709000"/>
            <a:ext cx="2967120" cy="1310400"/>
          </a:xfrm>
          <a:custGeom>
            <a:avLst/>
            <a:gdLst>
              <a:gd name="textAreaLeft" fmla="*/ 0 w 2967120"/>
              <a:gd name="textAreaRight" fmla="*/ 2967480 w 2967120"/>
              <a:gd name="textAreaTop" fmla="*/ 0 h 1310400"/>
              <a:gd name="textAreaBottom" fmla="*/ 1310760 h 1310400"/>
            </a:gdLst>
            <a:ahLst/>
            <a:cxnLst/>
            <a:rect l="textAreaLeft" t="textAreaTop" r="textAreaRight" b="textAreaBottom"/>
            <a:pathLst>
              <a:path w="2967354" h="1310639">
                <a:moveTo>
                  <a:pt x="0" y="218439"/>
                </a:moveTo>
                <a:lnTo>
                  <a:pt x="5768" y="168350"/>
                </a:lnTo>
                <a:lnTo>
                  <a:pt x="22200" y="122371"/>
                </a:lnTo>
                <a:lnTo>
                  <a:pt x="47986" y="81813"/>
                </a:lnTo>
                <a:lnTo>
                  <a:pt x="81813" y="47986"/>
                </a:lnTo>
                <a:lnTo>
                  <a:pt x="122371" y="22200"/>
                </a:lnTo>
                <a:lnTo>
                  <a:pt x="168350" y="5768"/>
                </a:lnTo>
                <a:lnTo>
                  <a:pt x="218439" y="0"/>
                </a:lnTo>
                <a:lnTo>
                  <a:pt x="2748788" y="0"/>
                </a:lnTo>
                <a:lnTo>
                  <a:pt x="2798877" y="5768"/>
                </a:lnTo>
                <a:lnTo>
                  <a:pt x="2844856" y="22200"/>
                </a:lnTo>
                <a:lnTo>
                  <a:pt x="2885414" y="47986"/>
                </a:lnTo>
                <a:lnTo>
                  <a:pt x="2919241" y="81813"/>
                </a:lnTo>
                <a:lnTo>
                  <a:pt x="2945027" y="122371"/>
                </a:lnTo>
                <a:lnTo>
                  <a:pt x="2961459" y="168350"/>
                </a:lnTo>
                <a:lnTo>
                  <a:pt x="2967228" y="218439"/>
                </a:lnTo>
                <a:lnTo>
                  <a:pt x="2967228" y="1092200"/>
                </a:lnTo>
                <a:lnTo>
                  <a:pt x="2961459" y="1142289"/>
                </a:lnTo>
                <a:lnTo>
                  <a:pt x="2945027" y="1188268"/>
                </a:lnTo>
                <a:lnTo>
                  <a:pt x="2919241" y="1228826"/>
                </a:lnTo>
                <a:lnTo>
                  <a:pt x="2885414" y="1262653"/>
                </a:lnTo>
                <a:lnTo>
                  <a:pt x="2844856" y="1288439"/>
                </a:lnTo>
                <a:lnTo>
                  <a:pt x="2798877" y="1304871"/>
                </a:lnTo>
                <a:lnTo>
                  <a:pt x="2748788" y="1310639"/>
                </a:lnTo>
                <a:lnTo>
                  <a:pt x="218439" y="1310639"/>
                </a:lnTo>
                <a:lnTo>
                  <a:pt x="168350" y="1304871"/>
                </a:lnTo>
                <a:lnTo>
                  <a:pt x="122371" y="1288439"/>
                </a:lnTo>
                <a:lnTo>
                  <a:pt x="81813" y="1262653"/>
                </a:lnTo>
                <a:lnTo>
                  <a:pt x="47986" y="1228826"/>
                </a:lnTo>
                <a:lnTo>
                  <a:pt x="22200" y="1188268"/>
                </a:lnTo>
                <a:lnTo>
                  <a:pt x="5768" y="1142289"/>
                </a:lnTo>
                <a:lnTo>
                  <a:pt x="0" y="1092200"/>
                </a:lnTo>
                <a:lnTo>
                  <a:pt x="0" y="218439"/>
                </a:lnTo>
                <a:close/>
              </a:path>
            </a:pathLst>
          </a:custGeom>
          <a:noFill/>
          <a:ln w="25400">
            <a:solidFill>
              <a:srgbClr val="613b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629240" y="3079800"/>
            <a:ext cx="1811160" cy="5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577520"/>
            <a:ext cx="1097244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Segundo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Tercer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Cuarto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Quinto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Sexto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Séptimo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ftr" idx="4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5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6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s-E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AA012A6-894D-4431-80FA-63C6186C5B16}" type="slidenum">
              <a:rPr b="0" lang="es-E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&lt;número&gt;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bg object 16" descr=""/>
          <p:cNvPicPr/>
          <p:nvPr/>
        </p:nvPicPr>
        <p:blipFill>
          <a:blip r:embed="rId2"/>
          <a:stretch/>
        </p:blipFill>
        <p:spPr>
          <a:xfrm>
            <a:off x="251280" y="187560"/>
            <a:ext cx="1374840" cy="32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629240" y="3079800"/>
            <a:ext cx="1811160" cy="5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577520"/>
            <a:ext cx="5303160" cy="262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Segundo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Tercer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Cuarto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Quinto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Sexto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Séptimo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278760" y="1577520"/>
            <a:ext cx="5303160" cy="262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Segundo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Tercer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Cuarto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Quinto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Sexto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Séptimo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7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dt" idx="8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9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s-E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6797988-152E-4CF0-92A6-E6A4B12D40A2}" type="slidenum">
              <a:rPr b="0" lang="es-E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&lt;número&gt;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bg object 16" descr=""/>
          <p:cNvPicPr/>
          <p:nvPr/>
        </p:nvPicPr>
        <p:blipFill>
          <a:blip r:embed="rId2"/>
          <a:stretch/>
        </p:blipFill>
        <p:spPr>
          <a:xfrm>
            <a:off x="251280" y="187560"/>
            <a:ext cx="1374840" cy="32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bg object 16" descr=""/>
          <p:cNvPicPr/>
          <p:nvPr/>
        </p:nvPicPr>
        <p:blipFill>
          <a:blip r:embed="rId3"/>
          <a:stretch/>
        </p:blipFill>
        <p:spPr>
          <a:xfrm>
            <a:off x="251280" y="187560"/>
            <a:ext cx="1374840" cy="32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bg object 17" descr=""/>
          <p:cNvPicPr/>
          <p:nvPr/>
        </p:nvPicPr>
        <p:blipFill>
          <a:blip r:embed="rId4"/>
          <a:stretch/>
        </p:blipFill>
        <p:spPr>
          <a:xfrm>
            <a:off x="11754000" y="380520"/>
            <a:ext cx="232920" cy="16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bg object 18"/>
          <p:cNvSpPr/>
          <p:nvPr/>
        </p:nvSpPr>
        <p:spPr>
          <a:xfrm>
            <a:off x="0" y="657000"/>
            <a:ext cx="12191760" cy="3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2192000" h="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e33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bg object 19" descr=""/>
          <p:cNvPicPr/>
          <p:nvPr/>
        </p:nvPicPr>
        <p:blipFill>
          <a:blip r:embed="rId5"/>
          <a:stretch/>
        </p:blipFill>
        <p:spPr>
          <a:xfrm>
            <a:off x="3542400" y="790200"/>
            <a:ext cx="1791720" cy="38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bg object 20" descr=""/>
          <p:cNvPicPr/>
          <p:nvPr/>
        </p:nvPicPr>
        <p:blipFill>
          <a:blip r:embed="rId6"/>
          <a:stretch/>
        </p:blipFill>
        <p:spPr>
          <a:xfrm>
            <a:off x="5135400" y="790200"/>
            <a:ext cx="1719360" cy="38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bg object 21" descr=""/>
          <p:cNvPicPr/>
          <p:nvPr/>
        </p:nvPicPr>
        <p:blipFill>
          <a:blip r:embed="rId7"/>
          <a:stretch/>
        </p:blipFill>
        <p:spPr>
          <a:xfrm>
            <a:off x="6663960" y="790200"/>
            <a:ext cx="2167920" cy="38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bg object 22"/>
          <p:cNvSpPr/>
          <p:nvPr/>
        </p:nvSpPr>
        <p:spPr>
          <a:xfrm>
            <a:off x="2265840" y="4408920"/>
            <a:ext cx="752760" cy="828360"/>
          </a:xfrm>
          <a:custGeom>
            <a:avLst/>
            <a:gdLst>
              <a:gd name="textAreaLeft" fmla="*/ 0 w 752760"/>
              <a:gd name="textAreaRight" fmla="*/ 753120 w 752760"/>
              <a:gd name="textAreaTop" fmla="*/ 0 h 828360"/>
              <a:gd name="textAreaBottom" fmla="*/ 828720 h 828360"/>
            </a:gdLst>
            <a:ahLst/>
            <a:cxnLst/>
            <a:rect l="textAreaLeft" t="textAreaTop" r="textAreaRight" b="textAreaBottom"/>
            <a:pathLst>
              <a:path w="753110" h="828675">
                <a:moveTo>
                  <a:pt x="620995" y="94139"/>
                </a:moveTo>
                <a:lnTo>
                  <a:pt x="131726" y="94139"/>
                </a:lnTo>
                <a:lnTo>
                  <a:pt x="131726" y="176974"/>
                </a:lnTo>
                <a:lnTo>
                  <a:pt x="0" y="302169"/>
                </a:lnTo>
                <a:lnTo>
                  <a:pt x="0" y="828360"/>
                </a:lnTo>
                <a:lnTo>
                  <a:pt x="752714" y="828360"/>
                </a:lnTo>
                <a:lnTo>
                  <a:pt x="752714" y="771885"/>
                </a:lnTo>
                <a:lnTo>
                  <a:pt x="86563" y="771885"/>
                </a:lnTo>
                <a:lnTo>
                  <a:pt x="111469" y="748352"/>
                </a:lnTo>
                <a:lnTo>
                  <a:pt x="56454" y="748352"/>
                </a:lnTo>
                <a:lnTo>
                  <a:pt x="56454" y="390653"/>
                </a:lnTo>
                <a:lnTo>
                  <a:pt x="188180" y="390653"/>
                </a:lnTo>
                <a:lnTo>
                  <a:pt x="188180" y="150618"/>
                </a:lnTo>
                <a:lnTo>
                  <a:pt x="620995" y="150618"/>
                </a:lnTo>
                <a:lnTo>
                  <a:pt x="620995" y="94139"/>
                </a:lnTo>
                <a:close/>
              </a:path>
              <a:path w="753110" h="828675">
                <a:moveTo>
                  <a:pt x="532105" y="547617"/>
                </a:moveTo>
                <a:lnTo>
                  <a:pt x="376831" y="547617"/>
                </a:lnTo>
                <a:lnTo>
                  <a:pt x="424964" y="556618"/>
                </a:lnTo>
                <a:lnTo>
                  <a:pt x="467628" y="583622"/>
                </a:lnTo>
                <a:lnTo>
                  <a:pt x="480801" y="595859"/>
                </a:lnTo>
                <a:lnTo>
                  <a:pt x="666158" y="771885"/>
                </a:lnTo>
                <a:lnTo>
                  <a:pt x="752714" y="771885"/>
                </a:lnTo>
                <a:lnTo>
                  <a:pt x="752714" y="749293"/>
                </a:lnTo>
                <a:lnTo>
                  <a:pt x="696267" y="749293"/>
                </a:lnTo>
                <a:lnTo>
                  <a:pt x="508087" y="570444"/>
                </a:lnTo>
                <a:lnTo>
                  <a:pt x="532105" y="547617"/>
                </a:lnTo>
                <a:close/>
              </a:path>
              <a:path w="753110" h="828675">
                <a:moveTo>
                  <a:pt x="752714" y="391594"/>
                </a:moveTo>
                <a:lnTo>
                  <a:pt x="696267" y="391594"/>
                </a:lnTo>
                <a:lnTo>
                  <a:pt x="696267" y="749293"/>
                </a:lnTo>
                <a:lnTo>
                  <a:pt x="752714" y="749293"/>
                </a:lnTo>
                <a:lnTo>
                  <a:pt x="752714" y="391594"/>
                </a:lnTo>
                <a:close/>
              </a:path>
              <a:path w="753110" h="828675">
                <a:moveTo>
                  <a:pt x="188180" y="390653"/>
                </a:moveTo>
                <a:lnTo>
                  <a:pt x="56454" y="390653"/>
                </a:lnTo>
                <a:lnTo>
                  <a:pt x="244634" y="569502"/>
                </a:lnTo>
                <a:lnTo>
                  <a:pt x="56454" y="748352"/>
                </a:lnTo>
                <a:lnTo>
                  <a:pt x="111469" y="748352"/>
                </a:lnTo>
                <a:lnTo>
                  <a:pt x="272861" y="595859"/>
                </a:lnTo>
                <a:lnTo>
                  <a:pt x="286034" y="583622"/>
                </a:lnTo>
                <a:lnTo>
                  <a:pt x="328698" y="556618"/>
                </a:lnTo>
                <a:lnTo>
                  <a:pt x="376831" y="547617"/>
                </a:lnTo>
                <a:lnTo>
                  <a:pt x="532105" y="547617"/>
                </a:lnTo>
                <a:lnTo>
                  <a:pt x="534828" y="545028"/>
                </a:lnTo>
                <a:lnTo>
                  <a:pt x="272861" y="545028"/>
                </a:lnTo>
                <a:lnTo>
                  <a:pt x="188180" y="464075"/>
                </a:lnTo>
                <a:lnTo>
                  <a:pt x="188180" y="390653"/>
                </a:lnTo>
                <a:close/>
              </a:path>
              <a:path w="753110" h="828675">
                <a:moveTo>
                  <a:pt x="398189" y="511141"/>
                </a:moveTo>
                <a:lnTo>
                  <a:pt x="354532" y="511141"/>
                </a:lnTo>
                <a:lnTo>
                  <a:pt x="312003" y="522437"/>
                </a:lnTo>
                <a:lnTo>
                  <a:pt x="272861" y="545028"/>
                </a:lnTo>
                <a:lnTo>
                  <a:pt x="479860" y="545028"/>
                </a:lnTo>
                <a:lnTo>
                  <a:pt x="440718" y="522437"/>
                </a:lnTo>
                <a:lnTo>
                  <a:pt x="398189" y="511141"/>
                </a:lnTo>
                <a:close/>
              </a:path>
              <a:path w="753110" h="828675">
                <a:moveTo>
                  <a:pt x="620995" y="150618"/>
                </a:moveTo>
                <a:lnTo>
                  <a:pt x="564541" y="150618"/>
                </a:lnTo>
                <a:lnTo>
                  <a:pt x="564541" y="464075"/>
                </a:lnTo>
                <a:lnTo>
                  <a:pt x="479860" y="545028"/>
                </a:lnTo>
                <a:lnTo>
                  <a:pt x="534828" y="545028"/>
                </a:lnTo>
                <a:lnTo>
                  <a:pt x="696267" y="391594"/>
                </a:lnTo>
                <a:lnTo>
                  <a:pt x="752714" y="391594"/>
                </a:lnTo>
                <a:lnTo>
                  <a:pt x="752714" y="302169"/>
                </a:lnTo>
                <a:lnTo>
                  <a:pt x="620995" y="176033"/>
                </a:lnTo>
                <a:lnTo>
                  <a:pt x="620995" y="150618"/>
                </a:lnTo>
                <a:close/>
              </a:path>
              <a:path w="753110" h="828675">
                <a:moveTo>
                  <a:pt x="376360" y="0"/>
                </a:moveTo>
                <a:lnTo>
                  <a:pt x="263452" y="94139"/>
                </a:lnTo>
                <a:lnTo>
                  <a:pt x="489269" y="94139"/>
                </a:lnTo>
                <a:lnTo>
                  <a:pt x="376360" y="0"/>
                </a:lnTo>
                <a:close/>
              </a:path>
            </a:pathLst>
          </a:custGeom>
          <a:solidFill>
            <a:srgbClr val="2d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" name="bg object 23" descr=""/>
          <p:cNvPicPr/>
          <p:nvPr/>
        </p:nvPicPr>
        <p:blipFill>
          <a:blip r:embed="rId8"/>
          <a:stretch/>
        </p:blipFill>
        <p:spPr>
          <a:xfrm>
            <a:off x="2520720" y="4614120"/>
            <a:ext cx="244440" cy="24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bg object 24" descr=""/>
          <p:cNvPicPr/>
          <p:nvPr/>
        </p:nvPicPr>
        <p:blipFill>
          <a:blip r:embed="rId9"/>
          <a:stretch/>
        </p:blipFill>
        <p:spPr>
          <a:xfrm>
            <a:off x="2275920" y="2057040"/>
            <a:ext cx="730080" cy="51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bg object 25"/>
          <p:cNvSpPr/>
          <p:nvPr/>
        </p:nvSpPr>
        <p:spPr>
          <a:xfrm>
            <a:off x="3093480" y="2312280"/>
            <a:ext cx="1009800" cy="1117080"/>
          </a:xfrm>
          <a:custGeom>
            <a:avLst/>
            <a:gdLst>
              <a:gd name="textAreaLeft" fmla="*/ 0 w 1009800"/>
              <a:gd name="textAreaRight" fmla="*/ 1010160 w 1009800"/>
              <a:gd name="textAreaTop" fmla="*/ 0 h 1117080"/>
              <a:gd name="textAreaBottom" fmla="*/ 1117440 h 1117080"/>
            </a:gdLst>
            <a:ahLst/>
            <a:cxnLst/>
            <a:rect l="textAreaLeft" t="textAreaTop" r="textAreaRight" b="textAreaBottom"/>
            <a:pathLst>
              <a:path w="1010285" h="1117600">
                <a:moveTo>
                  <a:pt x="954281" y="1065130"/>
                </a:moveTo>
                <a:lnTo>
                  <a:pt x="930782" y="1086358"/>
                </a:lnTo>
                <a:lnTo>
                  <a:pt x="1010157" y="1117346"/>
                </a:lnTo>
                <a:lnTo>
                  <a:pt x="998232" y="1074547"/>
                </a:lnTo>
                <a:lnTo>
                  <a:pt x="962786" y="1074547"/>
                </a:lnTo>
                <a:lnTo>
                  <a:pt x="954281" y="1065130"/>
                </a:lnTo>
                <a:close/>
              </a:path>
              <a:path w="1010285" h="1117600">
                <a:moveTo>
                  <a:pt x="963758" y="1056568"/>
                </a:moveTo>
                <a:lnTo>
                  <a:pt x="954281" y="1065130"/>
                </a:lnTo>
                <a:lnTo>
                  <a:pt x="962786" y="1074547"/>
                </a:lnTo>
                <a:lnTo>
                  <a:pt x="972311" y="1066038"/>
                </a:lnTo>
                <a:lnTo>
                  <a:pt x="963758" y="1056568"/>
                </a:lnTo>
                <a:close/>
              </a:path>
              <a:path w="1010285" h="1117600">
                <a:moveTo>
                  <a:pt x="987297" y="1035303"/>
                </a:moveTo>
                <a:lnTo>
                  <a:pt x="963758" y="1056568"/>
                </a:lnTo>
                <a:lnTo>
                  <a:pt x="972311" y="1066038"/>
                </a:lnTo>
                <a:lnTo>
                  <a:pt x="962786" y="1074547"/>
                </a:lnTo>
                <a:lnTo>
                  <a:pt x="998232" y="1074547"/>
                </a:lnTo>
                <a:lnTo>
                  <a:pt x="987297" y="1035303"/>
                </a:lnTo>
                <a:close/>
              </a:path>
              <a:path w="1010285" h="1117600">
                <a:moveTo>
                  <a:pt x="9398" y="0"/>
                </a:moveTo>
                <a:lnTo>
                  <a:pt x="0" y="8636"/>
                </a:lnTo>
                <a:lnTo>
                  <a:pt x="954281" y="1065130"/>
                </a:lnTo>
                <a:lnTo>
                  <a:pt x="963758" y="1056568"/>
                </a:lnTo>
                <a:lnTo>
                  <a:pt x="9398" y="0"/>
                </a:lnTo>
                <a:close/>
              </a:path>
            </a:pathLst>
          </a:custGeom>
          <a:solidFill>
            <a:srgbClr val="e490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bg object 26" descr=""/>
          <p:cNvPicPr/>
          <p:nvPr/>
        </p:nvPicPr>
        <p:blipFill>
          <a:blip r:embed="rId10"/>
          <a:stretch/>
        </p:blipFill>
        <p:spPr>
          <a:xfrm>
            <a:off x="8457120" y="1991160"/>
            <a:ext cx="730080" cy="51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bg object 27"/>
          <p:cNvSpPr/>
          <p:nvPr/>
        </p:nvSpPr>
        <p:spPr>
          <a:xfrm>
            <a:off x="7435080" y="2708280"/>
            <a:ext cx="1017000" cy="726840"/>
          </a:xfrm>
          <a:custGeom>
            <a:avLst/>
            <a:gdLst>
              <a:gd name="textAreaLeft" fmla="*/ 0 w 1017000"/>
              <a:gd name="textAreaRight" fmla="*/ 1017360 w 1017000"/>
              <a:gd name="textAreaTop" fmla="*/ 0 h 726840"/>
              <a:gd name="textAreaBottom" fmla="*/ 727200 h 726840"/>
            </a:gdLst>
            <a:ahLst/>
            <a:cxnLst/>
            <a:rect l="textAreaLeft" t="textAreaTop" r="textAreaRight" b="textAreaBottom"/>
            <a:pathLst>
              <a:path w="1017270" h="727075">
                <a:moveTo>
                  <a:pt x="951569" y="38973"/>
                </a:moveTo>
                <a:lnTo>
                  <a:pt x="0" y="716152"/>
                </a:lnTo>
                <a:lnTo>
                  <a:pt x="7366" y="726566"/>
                </a:lnTo>
                <a:lnTo>
                  <a:pt x="958951" y="49375"/>
                </a:lnTo>
                <a:lnTo>
                  <a:pt x="951569" y="38973"/>
                </a:lnTo>
                <a:close/>
              </a:path>
              <a:path w="1017270" h="727075">
                <a:moveTo>
                  <a:pt x="1000443" y="31623"/>
                </a:moveTo>
                <a:lnTo>
                  <a:pt x="961898" y="31623"/>
                </a:lnTo>
                <a:lnTo>
                  <a:pt x="969264" y="42037"/>
                </a:lnTo>
                <a:lnTo>
                  <a:pt x="958951" y="49375"/>
                </a:lnTo>
                <a:lnTo>
                  <a:pt x="977265" y="75184"/>
                </a:lnTo>
                <a:lnTo>
                  <a:pt x="1000443" y="31623"/>
                </a:lnTo>
                <a:close/>
              </a:path>
              <a:path w="1017270" h="727075">
                <a:moveTo>
                  <a:pt x="961898" y="31623"/>
                </a:moveTo>
                <a:lnTo>
                  <a:pt x="951569" y="38973"/>
                </a:lnTo>
                <a:lnTo>
                  <a:pt x="958951" y="49375"/>
                </a:lnTo>
                <a:lnTo>
                  <a:pt x="969264" y="42037"/>
                </a:lnTo>
                <a:lnTo>
                  <a:pt x="961898" y="31623"/>
                </a:lnTo>
                <a:close/>
              </a:path>
              <a:path w="1017270" h="727075">
                <a:moveTo>
                  <a:pt x="1017270" y="0"/>
                </a:moveTo>
                <a:lnTo>
                  <a:pt x="933196" y="13080"/>
                </a:lnTo>
                <a:lnTo>
                  <a:pt x="951569" y="38973"/>
                </a:lnTo>
                <a:lnTo>
                  <a:pt x="961898" y="31623"/>
                </a:lnTo>
                <a:lnTo>
                  <a:pt x="1000443" y="31623"/>
                </a:lnTo>
                <a:lnTo>
                  <a:pt x="1017270" y="0"/>
                </a:lnTo>
                <a:close/>
              </a:path>
            </a:pathLst>
          </a:custGeom>
          <a:solidFill>
            <a:srgbClr val="e490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bg object 28"/>
          <p:cNvSpPr/>
          <p:nvPr/>
        </p:nvSpPr>
        <p:spPr>
          <a:xfrm>
            <a:off x="9229680" y="2062800"/>
            <a:ext cx="536760" cy="270000"/>
          </a:xfrm>
          <a:custGeom>
            <a:avLst/>
            <a:gdLst>
              <a:gd name="textAreaLeft" fmla="*/ 0 w 536760"/>
              <a:gd name="textAreaRight" fmla="*/ 537120 w 536760"/>
              <a:gd name="textAreaTop" fmla="*/ 0 h 270000"/>
              <a:gd name="textAreaBottom" fmla="*/ 270360 h 270000"/>
            </a:gdLst>
            <a:ahLst/>
            <a:cxnLst/>
            <a:rect l="textAreaLeft" t="textAreaTop" r="textAreaRight" b="textAreaBottom"/>
            <a:pathLst>
              <a:path w="537209" h="270510">
                <a:moveTo>
                  <a:pt x="361315" y="30010"/>
                </a:moveTo>
                <a:lnTo>
                  <a:pt x="331317" y="0"/>
                </a:lnTo>
                <a:lnTo>
                  <a:pt x="121488" y="209905"/>
                </a:lnTo>
                <a:lnTo>
                  <a:pt x="29997" y="118364"/>
                </a:lnTo>
                <a:lnTo>
                  <a:pt x="0" y="148386"/>
                </a:lnTo>
                <a:lnTo>
                  <a:pt x="121488" y="269951"/>
                </a:lnTo>
                <a:lnTo>
                  <a:pt x="361315" y="30010"/>
                </a:lnTo>
                <a:close/>
              </a:path>
              <a:path w="537209" h="270510">
                <a:moveTo>
                  <a:pt x="381584" y="227279"/>
                </a:moveTo>
                <a:lnTo>
                  <a:pt x="218922" y="227279"/>
                </a:lnTo>
                <a:lnTo>
                  <a:pt x="218922" y="269722"/>
                </a:lnTo>
                <a:lnTo>
                  <a:pt x="381584" y="269722"/>
                </a:lnTo>
                <a:lnTo>
                  <a:pt x="381584" y="227279"/>
                </a:lnTo>
                <a:close/>
              </a:path>
              <a:path w="537209" h="270510">
                <a:moveTo>
                  <a:pt x="459384" y="149440"/>
                </a:moveTo>
                <a:lnTo>
                  <a:pt x="296710" y="149440"/>
                </a:lnTo>
                <a:lnTo>
                  <a:pt x="296710" y="191897"/>
                </a:lnTo>
                <a:lnTo>
                  <a:pt x="459384" y="191897"/>
                </a:lnTo>
                <a:lnTo>
                  <a:pt x="459384" y="149440"/>
                </a:lnTo>
                <a:close/>
              </a:path>
              <a:path w="537209" h="270510">
                <a:moveTo>
                  <a:pt x="537184" y="71615"/>
                </a:moveTo>
                <a:lnTo>
                  <a:pt x="374510" y="71615"/>
                </a:lnTo>
                <a:lnTo>
                  <a:pt x="374510" y="114058"/>
                </a:lnTo>
                <a:lnTo>
                  <a:pt x="537184" y="114058"/>
                </a:lnTo>
                <a:lnTo>
                  <a:pt x="537184" y="71615"/>
                </a:lnTo>
                <a:close/>
              </a:path>
            </a:pathLst>
          </a:custGeom>
          <a:solidFill>
            <a:srgbClr val="5382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bg object 29"/>
          <p:cNvSpPr/>
          <p:nvPr/>
        </p:nvSpPr>
        <p:spPr>
          <a:xfrm>
            <a:off x="3245400" y="3581280"/>
            <a:ext cx="858240" cy="1244160"/>
          </a:xfrm>
          <a:custGeom>
            <a:avLst/>
            <a:gdLst>
              <a:gd name="textAreaLeft" fmla="*/ 0 w 858240"/>
              <a:gd name="textAreaRight" fmla="*/ 858600 w 858240"/>
              <a:gd name="textAreaTop" fmla="*/ 0 h 1244160"/>
              <a:gd name="textAreaBottom" fmla="*/ 1244520 h 1244160"/>
            </a:gdLst>
            <a:ahLst/>
            <a:cxnLst/>
            <a:rect l="textAreaLeft" t="textAreaTop" r="textAreaRight" b="textAreaBottom"/>
            <a:pathLst>
              <a:path w="858520" h="1244600">
                <a:moveTo>
                  <a:pt x="809834" y="59174"/>
                </a:moveTo>
                <a:lnTo>
                  <a:pt x="0" y="1236852"/>
                </a:lnTo>
                <a:lnTo>
                  <a:pt x="10413" y="1244092"/>
                </a:lnTo>
                <a:lnTo>
                  <a:pt x="820230" y="66314"/>
                </a:lnTo>
                <a:lnTo>
                  <a:pt x="809834" y="59174"/>
                </a:lnTo>
                <a:close/>
              </a:path>
              <a:path w="858520" h="1244600">
                <a:moveTo>
                  <a:pt x="851435" y="48768"/>
                </a:moveTo>
                <a:lnTo>
                  <a:pt x="816990" y="48768"/>
                </a:lnTo>
                <a:lnTo>
                  <a:pt x="827404" y="55880"/>
                </a:lnTo>
                <a:lnTo>
                  <a:pt x="820230" y="66314"/>
                </a:lnTo>
                <a:lnTo>
                  <a:pt x="846454" y="84327"/>
                </a:lnTo>
                <a:lnTo>
                  <a:pt x="851435" y="48768"/>
                </a:lnTo>
                <a:close/>
              </a:path>
              <a:path w="858520" h="1244600">
                <a:moveTo>
                  <a:pt x="816990" y="48768"/>
                </a:moveTo>
                <a:lnTo>
                  <a:pt x="809834" y="59174"/>
                </a:lnTo>
                <a:lnTo>
                  <a:pt x="820230" y="66314"/>
                </a:lnTo>
                <a:lnTo>
                  <a:pt x="827404" y="55880"/>
                </a:lnTo>
                <a:lnTo>
                  <a:pt x="816990" y="48768"/>
                </a:lnTo>
                <a:close/>
              </a:path>
              <a:path w="858520" h="1244600">
                <a:moveTo>
                  <a:pt x="858265" y="0"/>
                </a:moveTo>
                <a:lnTo>
                  <a:pt x="783589" y="41148"/>
                </a:lnTo>
                <a:lnTo>
                  <a:pt x="809834" y="59174"/>
                </a:lnTo>
                <a:lnTo>
                  <a:pt x="816990" y="48768"/>
                </a:lnTo>
                <a:lnTo>
                  <a:pt x="851435" y="48768"/>
                </a:lnTo>
                <a:lnTo>
                  <a:pt x="858265" y="0"/>
                </a:lnTo>
                <a:close/>
              </a:path>
            </a:pathLst>
          </a:custGeom>
          <a:solidFill>
            <a:srgbClr val="e490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bg object 30"/>
          <p:cNvSpPr/>
          <p:nvPr/>
        </p:nvSpPr>
        <p:spPr>
          <a:xfrm>
            <a:off x="8535600" y="4340520"/>
            <a:ext cx="752760" cy="828360"/>
          </a:xfrm>
          <a:custGeom>
            <a:avLst/>
            <a:gdLst>
              <a:gd name="textAreaLeft" fmla="*/ 0 w 752760"/>
              <a:gd name="textAreaRight" fmla="*/ 753120 w 752760"/>
              <a:gd name="textAreaTop" fmla="*/ 0 h 828360"/>
              <a:gd name="textAreaBottom" fmla="*/ 828720 h 828360"/>
            </a:gdLst>
            <a:ahLst/>
            <a:cxnLst/>
            <a:rect l="textAreaLeft" t="textAreaTop" r="textAreaRight" b="textAreaBottom"/>
            <a:pathLst>
              <a:path w="753109" h="828675">
                <a:moveTo>
                  <a:pt x="620995" y="94139"/>
                </a:moveTo>
                <a:lnTo>
                  <a:pt x="131726" y="94139"/>
                </a:lnTo>
                <a:lnTo>
                  <a:pt x="131726" y="176974"/>
                </a:lnTo>
                <a:lnTo>
                  <a:pt x="0" y="302169"/>
                </a:lnTo>
                <a:lnTo>
                  <a:pt x="0" y="828360"/>
                </a:lnTo>
                <a:lnTo>
                  <a:pt x="752714" y="828360"/>
                </a:lnTo>
                <a:lnTo>
                  <a:pt x="752714" y="771885"/>
                </a:lnTo>
                <a:lnTo>
                  <a:pt x="86563" y="771885"/>
                </a:lnTo>
                <a:lnTo>
                  <a:pt x="111469" y="748352"/>
                </a:lnTo>
                <a:lnTo>
                  <a:pt x="56454" y="748352"/>
                </a:lnTo>
                <a:lnTo>
                  <a:pt x="56454" y="390653"/>
                </a:lnTo>
                <a:lnTo>
                  <a:pt x="188180" y="390653"/>
                </a:lnTo>
                <a:lnTo>
                  <a:pt x="188180" y="150618"/>
                </a:lnTo>
                <a:lnTo>
                  <a:pt x="620995" y="150618"/>
                </a:lnTo>
                <a:lnTo>
                  <a:pt x="620995" y="94139"/>
                </a:lnTo>
                <a:close/>
              </a:path>
              <a:path w="753109" h="828675">
                <a:moveTo>
                  <a:pt x="532105" y="547617"/>
                </a:moveTo>
                <a:lnTo>
                  <a:pt x="376831" y="547617"/>
                </a:lnTo>
                <a:lnTo>
                  <a:pt x="424964" y="556618"/>
                </a:lnTo>
                <a:lnTo>
                  <a:pt x="467628" y="583622"/>
                </a:lnTo>
                <a:lnTo>
                  <a:pt x="480801" y="595859"/>
                </a:lnTo>
                <a:lnTo>
                  <a:pt x="666159" y="771885"/>
                </a:lnTo>
                <a:lnTo>
                  <a:pt x="752714" y="771885"/>
                </a:lnTo>
                <a:lnTo>
                  <a:pt x="752714" y="749293"/>
                </a:lnTo>
                <a:lnTo>
                  <a:pt x="696268" y="749293"/>
                </a:lnTo>
                <a:lnTo>
                  <a:pt x="508087" y="570444"/>
                </a:lnTo>
                <a:lnTo>
                  <a:pt x="532105" y="547617"/>
                </a:lnTo>
                <a:close/>
              </a:path>
              <a:path w="753109" h="828675">
                <a:moveTo>
                  <a:pt x="752714" y="391594"/>
                </a:moveTo>
                <a:lnTo>
                  <a:pt x="696267" y="391594"/>
                </a:lnTo>
                <a:lnTo>
                  <a:pt x="696268" y="749293"/>
                </a:lnTo>
                <a:lnTo>
                  <a:pt x="752714" y="749293"/>
                </a:lnTo>
                <a:lnTo>
                  <a:pt x="752714" y="391594"/>
                </a:lnTo>
                <a:close/>
              </a:path>
              <a:path w="753109" h="828675">
                <a:moveTo>
                  <a:pt x="188180" y="390653"/>
                </a:moveTo>
                <a:lnTo>
                  <a:pt x="56454" y="390653"/>
                </a:lnTo>
                <a:lnTo>
                  <a:pt x="244634" y="569502"/>
                </a:lnTo>
                <a:lnTo>
                  <a:pt x="56454" y="748352"/>
                </a:lnTo>
                <a:lnTo>
                  <a:pt x="111469" y="748352"/>
                </a:lnTo>
                <a:lnTo>
                  <a:pt x="272861" y="595859"/>
                </a:lnTo>
                <a:lnTo>
                  <a:pt x="286034" y="583622"/>
                </a:lnTo>
                <a:lnTo>
                  <a:pt x="328698" y="556618"/>
                </a:lnTo>
                <a:lnTo>
                  <a:pt x="376831" y="547617"/>
                </a:lnTo>
                <a:lnTo>
                  <a:pt x="532105" y="547617"/>
                </a:lnTo>
                <a:lnTo>
                  <a:pt x="534828" y="545028"/>
                </a:lnTo>
                <a:lnTo>
                  <a:pt x="272861" y="545028"/>
                </a:lnTo>
                <a:lnTo>
                  <a:pt x="188180" y="464075"/>
                </a:lnTo>
                <a:lnTo>
                  <a:pt x="188180" y="390653"/>
                </a:lnTo>
                <a:close/>
              </a:path>
              <a:path w="753109" h="828675">
                <a:moveTo>
                  <a:pt x="398190" y="511141"/>
                </a:moveTo>
                <a:lnTo>
                  <a:pt x="354532" y="511141"/>
                </a:lnTo>
                <a:lnTo>
                  <a:pt x="312003" y="522437"/>
                </a:lnTo>
                <a:lnTo>
                  <a:pt x="272861" y="545028"/>
                </a:lnTo>
                <a:lnTo>
                  <a:pt x="479860" y="545028"/>
                </a:lnTo>
                <a:lnTo>
                  <a:pt x="440718" y="522437"/>
                </a:lnTo>
                <a:lnTo>
                  <a:pt x="398190" y="511141"/>
                </a:lnTo>
                <a:close/>
              </a:path>
              <a:path w="753109" h="828675">
                <a:moveTo>
                  <a:pt x="620995" y="150618"/>
                </a:moveTo>
                <a:lnTo>
                  <a:pt x="564541" y="150618"/>
                </a:lnTo>
                <a:lnTo>
                  <a:pt x="564541" y="464075"/>
                </a:lnTo>
                <a:lnTo>
                  <a:pt x="479860" y="545028"/>
                </a:lnTo>
                <a:lnTo>
                  <a:pt x="534828" y="545028"/>
                </a:lnTo>
                <a:lnTo>
                  <a:pt x="696267" y="391594"/>
                </a:lnTo>
                <a:lnTo>
                  <a:pt x="752714" y="391594"/>
                </a:lnTo>
                <a:lnTo>
                  <a:pt x="752714" y="302169"/>
                </a:lnTo>
                <a:lnTo>
                  <a:pt x="620995" y="176033"/>
                </a:lnTo>
                <a:lnTo>
                  <a:pt x="620995" y="150618"/>
                </a:lnTo>
                <a:close/>
              </a:path>
              <a:path w="753109" h="828675">
                <a:moveTo>
                  <a:pt x="376360" y="0"/>
                </a:moveTo>
                <a:lnTo>
                  <a:pt x="263452" y="94139"/>
                </a:lnTo>
                <a:lnTo>
                  <a:pt x="489269" y="94139"/>
                </a:lnTo>
                <a:lnTo>
                  <a:pt x="376360" y="0"/>
                </a:lnTo>
                <a:close/>
              </a:path>
            </a:pathLst>
          </a:custGeom>
          <a:solidFill>
            <a:srgbClr val="2d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" name="bg object 31" descr=""/>
          <p:cNvPicPr/>
          <p:nvPr/>
        </p:nvPicPr>
        <p:blipFill>
          <a:blip r:embed="rId11"/>
          <a:stretch/>
        </p:blipFill>
        <p:spPr>
          <a:xfrm>
            <a:off x="8790480" y="4545720"/>
            <a:ext cx="244440" cy="24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bg object 32"/>
          <p:cNvSpPr/>
          <p:nvPr/>
        </p:nvSpPr>
        <p:spPr>
          <a:xfrm>
            <a:off x="7433280" y="3460320"/>
            <a:ext cx="931320" cy="1361880"/>
          </a:xfrm>
          <a:custGeom>
            <a:avLst/>
            <a:gdLst>
              <a:gd name="textAreaLeft" fmla="*/ 0 w 931320"/>
              <a:gd name="textAreaRight" fmla="*/ 931680 w 931320"/>
              <a:gd name="textAreaTop" fmla="*/ 0 h 1361880"/>
              <a:gd name="textAreaBottom" fmla="*/ 1362240 h 1361880"/>
            </a:gdLst>
            <a:ahLst/>
            <a:cxnLst/>
            <a:rect l="textAreaLeft" t="textAreaTop" r="textAreaRight" b="textAreaBottom"/>
            <a:pathLst>
              <a:path w="931545" h="1362075">
                <a:moveTo>
                  <a:pt x="883230" y="1302668"/>
                </a:moveTo>
                <a:lnTo>
                  <a:pt x="856996" y="1320545"/>
                </a:lnTo>
                <a:lnTo>
                  <a:pt x="931418" y="1362074"/>
                </a:lnTo>
                <a:lnTo>
                  <a:pt x="924800" y="1313179"/>
                </a:lnTo>
                <a:lnTo>
                  <a:pt x="890397" y="1313179"/>
                </a:lnTo>
                <a:lnTo>
                  <a:pt x="883230" y="1302668"/>
                </a:lnTo>
                <a:close/>
              </a:path>
              <a:path w="931545" h="1362075">
                <a:moveTo>
                  <a:pt x="893651" y="1295566"/>
                </a:moveTo>
                <a:lnTo>
                  <a:pt x="883230" y="1302668"/>
                </a:lnTo>
                <a:lnTo>
                  <a:pt x="890397" y="1313179"/>
                </a:lnTo>
                <a:lnTo>
                  <a:pt x="900811" y="1306067"/>
                </a:lnTo>
                <a:lnTo>
                  <a:pt x="893651" y="1295566"/>
                </a:lnTo>
                <a:close/>
              </a:path>
              <a:path w="931545" h="1362075">
                <a:moveTo>
                  <a:pt x="919988" y="1277620"/>
                </a:moveTo>
                <a:lnTo>
                  <a:pt x="893651" y="1295566"/>
                </a:lnTo>
                <a:lnTo>
                  <a:pt x="900811" y="1306067"/>
                </a:lnTo>
                <a:lnTo>
                  <a:pt x="890397" y="1313179"/>
                </a:lnTo>
                <a:lnTo>
                  <a:pt x="924800" y="1313179"/>
                </a:lnTo>
                <a:lnTo>
                  <a:pt x="919988" y="1277620"/>
                </a:lnTo>
                <a:close/>
              </a:path>
              <a:path w="931545" h="1362075">
                <a:moveTo>
                  <a:pt x="10414" y="0"/>
                </a:moveTo>
                <a:lnTo>
                  <a:pt x="0" y="7112"/>
                </a:lnTo>
                <a:lnTo>
                  <a:pt x="883230" y="1302668"/>
                </a:lnTo>
                <a:lnTo>
                  <a:pt x="893651" y="1295566"/>
                </a:lnTo>
                <a:lnTo>
                  <a:pt x="10414" y="0"/>
                </a:lnTo>
                <a:close/>
              </a:path>
            </a:pathLst>
          </a:custGeom>
          <a:solidFill>
            <a:srgbClr val="e490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bg object 33"/>
          <p:cNvSpPr/>
          <p:nvPr/>
        </p:nvSpPr>
        <p:spPr>
          <a:xfrm>
            <a:off x="9271800" y="4306680"/>
            <a:ext cx="366840" cy="367200"/>
          </a:xfrm>
          <a:custGeom>
            <a:avLst/>
            <a:gdLst>
              <a:gd name="textAreaLeft" fmla="*/ 0 w 366840"/>
              <a:gd name="textAreaRight" fmla="*/ 367200 w 366840"/>
              <a:gd name="textAreaTop" fmla="*/ 0 h 367200"/>
              <a:gd name="textAreaBottom" fmla="*/ 367560 h 367200"/>
            </a:gdLst>
            <a:ahLst/>
            <a:cxnLst/>
            <a:rect l="textAreaLeft" t="textAreaTop" r="textAreaRight" b="textAreaBottom"/>
            <a:pathLst>
              <a:path w="367029" h="367664">
                <a:moveTo>
                  <a:pt x="183587" y="0"/>
                </a:moveTo>
                <a:lnTo>
                  <a:pt x="134637" y="6571"/>
                </a:lnTo>
                <a:lnTo>
                  <a:pt x="90822" y="25080"/>
                </a:lnTo>
                <a:lnTo>
                  <a:pt x="53707" y="53777"/>
                </a:lnTo>
                <a:lnTo>
                  <a:pt x="25034" y="90914"/>
                </a:lnTo>
                <a:lnTo>
                  <a:pt x="6549" y="134740"/>
                </a:lnTo>
                <a:lnTo>
                  <a:pt x="0" y="183529"/>
                </a:lnTo>
                <a:lnTo>
                  <a:pt x="6553" y="232316"/>
                </a:lnTo>
                <a:lnTo>
                  <a:pt x="25047" y="276154"/>
                </a:lnTo>
                <a:lnTo>
                  <a:pt x="53731" y="313296"/>
                </a:lnTo>
                <a:lnTo>
                  <a:pt x="90858" y="341991"/>
                </a:lnTo>
                <a:lnTo>
                  <a:pt x="134682" y="360491"/>
                </a:lnTo>
                <a:lnTo>
                  <a:pt x="183431" y="367046"/>
                </a:lnTo>
                <a:lnTo>
                  <a:pt x="232198" y="360491"/>
                </a:lnTo>
                <a:lnTo>
                  <a:pt x="276021" y="341991"/>
                </a:lnTo>
                <a:lnTo>
                  <a:pt x="313151" y="313296"/>
                </a:lnTo>
                <a:lnTo>
                  <a:pt x="341839" y="276154"/>
                </a:lnTo>
                <a:lnTo>
                  <a:pt x="346323" y="265525"/>
                </a:lnTo>
                <a:lnTo>
                  <a:pt x="124602" y="265524"/>
                </a:lnTo>
                <a:lnTo>
                  <a:pt x="101507" y="242419"/>
                </a:lnTo>
                <a:lnTo>
                  <a:pt x="160311" y="183529"/>
                </a:lnTo>
                <a:lnTo>
                  <a:pt x="101475" y="124610"/>
                </a:lnTo>
                <a:lnTo>
                  <a:pt x="124590" y="101509"/>
                </a:lnTo>
                <a:lnTo>
                  <a:pt x="346351" y="101509"/>
                </a:lnTo>
                <a:lnTo>
                  <a:pt x="341886" y="90914"/>
                </a:lnTo>
                <a:lnTo>
                  <a:pt x="313226" y="53777"/>
                </a:lnTo>
                <a:lnTo>
                  <a:pt x="276125" y="25080"/>
                </a:lnTo>
                <a:lnTo>
                  <a:pt x="232329" y="6571"/>
                </a:lnTo>
                <a:lnTo>
                  <a:pt x="183587" y="0"/>
                </a:lnTo>
                <a:close/>
              </a:path>
              <a:path w="367029" h="367664">
                <a:moveTo>
                  <a:pt x="183443" y="206614"/>
                </a:moveTo>
                <a:lnTo>
                  <a:pt x="124578" y="265524"/>
                </a:lnTo>
                <a:lnTo>
                  <a:pt x="242316" y="265524"/>
                </a:lnTo>
                <a:lnTo>
                  <a:pt x="183443" y="206614"/>
                </a:lnTo>
                <a:close/>
              </a:path>
              <a:path w="367029" h="367664">
                <a:moveTo>
                  <a:pt x="346351" y="101509"/>
                </a:moveTo>
                <a:lnTo>
                  <a:pt x="242316" y="101509"/>
                </a:lnTo>
                <a:lnTo>
                  <a:pt x="265407" y="124610"/>
                </a:lnTo>
                <a:lnTo>
                  <a:pt x="206554" y="183529"/>
                </a:lnTo>
                <a:lnTo>
                  <a:pt x="265407" y="242419"/>
                </a:lnTo>
                <a:lnTo>
                  <a:pt x="242316" y="265524"/>
                </a:lnTo>
                <a:lnTo>
                  <a:pt x="346323" y="265525"/>
                </a:lnTo>
                <a:lnTo>
                  <a:pt x="360334" y="232316"/>
                </a:lnTo>
                <a:lnTo>
                  <a:pt x="366888" y="183529"/>
                </a:lnTo>
                <a:lnTo>
                  <a:pt x="360356" y="134740"/>
                </a:lnTo>
                <a:lnTo>
                  <a:pt x="346351" y="101509"/>
                </a:lnTo>
                <a:close/>
              </a:path>
              <a:path w="367029" h="367664">
                <a:moveTo>
                  <a:pt x="242316" y="101509"/>
                </a:moveTo>
                <a:lnTo>
                  <a:pt x="124590" y="101509"/>
                </a:lnTo>
                <a:lnTo>
                  <a:pt x="183443" y="160427"/>
                </a:lnTo>
                <a:lnTo>
                  <a:pt x="242316" y="101509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bg object 34"/>
          <p:cNvSpPr/>
          <p:nvPr/>
        </p:nvSpPr>
        <p:spPr>
          <a:xfrm>
            <a:off x="4385160" y="2709000"/>
            <a:ext cx="2967120" cy="1310400"/>
          </a:xfrm>
          <a:custGeom>
            <a:avLst/>
            <a:gdLst>
              <a:gd name="textAreaLeft" fmla="*/ 0 w 2967120"/>
              <a:gd name="textAreaRight" fmla="*/ 2967480 w 2967120"/>
              <a:gd name="textAreaTop" fmla="*/ 0 h 1310400"/>
              <a:gd name="textAreaBottom" fmla="*/ 1310760 h 1310400"/>
            </a:gdLst>
            <a:ahLst/>
            <a:cxnLst/>
            <a:rect l="textAreaLeft" t="textAreaTop" r="textAreaRight" b="textAreaBottom"/>
            <a:pathLst>
              <a:path w="2967354" h="1310639">
                <a:moveTo>
                  <a:pt x="2748788" y="0"/>
                </a:moveTo>
                <a:lnTo>
                  <a:pt x="218439" y="0"/>
                </a:lnTo>
                <a:lnTo>
                  <a:pt x="168350" y="5768"/>
                </a:lnTo>
                <a:lnTo>
                  <a:pt x="122371" y="22200"/>
                </a:lnTo>
                <a:lnTo>
                  <a:pt x="81813" y="47986"/>
                </a:lnTo>
                <a:lnTo>
                  <a:pt x="47986" y="81813"/>
                </a:lnTo>
                <a:lnTo>
                  <a:pt x="22200" y="122371"/>
                </a:lnTo>
                <a:lnTo>
                  <a:pt x="5768" y="168350"/>
                </a:lnTo>
                <a:lnTo>
                  <a:pt x="0" y="218439"/>
                </a:lnTo>
                <a:lnTo>
                  <a:pt x="0" y="1092200"/>
                </a:lnTo>
                <a:lnTo>
                  <a:pt x="5768" y="1142289"/>
                </a:lnTo>
                <a:lnTo>
                  <a:pt x="22200" y="1188268"/>
                </a:lnTo>
                <a:lnTo>
                  <a:pt x="47986" y="1228826"/>
                </a:lnTo>
                <a:lnTo>
                  <a:pt x="81813" y="1262653"/>
                </a:lnTo>
                <a:lnTo>
                  <a:pt x="122371" y="1288439"/>
                </a:lnTo>
                <a:lnTo>
                  <a:pt x="168350" y="1304871"/>
                </a:lnTo>
                <a:lnTo>
                  <a:pt x="218439" y="1310639"/>
                </a:lnTo>
                <a:lnTo>
                  <a:pt x="2748788" y="1310639"/>
                </a:lnTo>
                <a:lnTo>
                  <a:pt x="2798877" y="1304871"/>
                </a:lnTo>
                <a:lnTo>
                  <a:pt x="2844856" y="1288439"/>
                </a:lnTo>
                <a:lnTo>
                  <a:pt x="2885414" y="1262653"/>
                </a:lnTo>
                <a:lnTo>
                  <a:pt x="2919241" y="1228826"/>
                </a:lnTo>
                <a:lnTo>
                  <a:pt x="2945027" y="1188268"/>
                </a:lnTo>
                <a:lnTo>
                  <a:pt x="2961459" y="1142289"/>
                </a:lnTo>
                <a:lnTo>
                  <a:pt x="2967228" y="1092200"/>
                </a:lnTo>
                <a:lnTo>
                  <a:pt x="2967228" y="218439"/>
                </a:lnTo>
                <a:lnTo>
                  <a:pt x="2961459" y="168350"/>
                </a:lnTo>
                <a:lnTo>
                  <a:pt x="2945027" y="122371"/>
                </a:lnTo>
                <a:lnTo>
                  <a:pt x="2919241" y="81813"/>
                </a:lnTo>
                <a:lnTo>
                  <a:pt x="2885414" y="47986"/>
                </a:lnTo>
                <a:lnTo>
                  <a:pt x="2844856" y="22200"/>
                </a:lnTo>
                <a:lnTo>
                  <a:pt x="2798877" y="5768"/>
                </a:lnTo>
                <a:lnTo>
                  <a:pt x="2748788" y="0"/>
                </a:lnTo>
                <a:close/>
              </a:path>
            </a:pathLst>
          </a:custGeom>
          <a:solidFill>
            <a:srgbClr val="e894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bg object 35"/>
          <p:cNvSpPr/>
          <p:nvPr/>
        </p:nvSpPr>
        <p:spPr>
          <a:xfrm>
            <a:off x="4385160" y="2709000"/>
            <a:ext cx="2967120" cy="1310400"/>
          </a:xfrm>
          <a:custGeom>
            <a:avLst/>
            <a:gdLst>
              <a:gd name="textAreaLeft" fmla="*/ 0 w 2967120"/>
              <a:gd name="textAreaRight" fmla="*/ 2967480 w 2967120"/>
              <a:gd name="textAreaTop" fmla="*/ 0 h 1310400"/>
              <a:gd name="textAreaBottom" fmla="*/ 1310760 h 1310400"/>
            </a:gdLst>
            <a:ahLst/>
            <a:cxnLst/>
            <a:rect l="textAreaLeft" t="textAreaTop" r="textAreaRight" b="textAreaBottom"/>
            <a:pathLst>
              <a:path w="2967354" h="1310639">
                <a:moveTo>
                  <a:pt x="0" y="218439"/>
                </a:moveTo>
                <a:lnTo>
                  <a:pt x="5768" y="168350"/>
                </a:lnTo>
                <a:lnTo>
                  <a:pt x="22200" y="122371"/>
                </a:lnTo>
                <a:lnTo>
                  <a:pt x="47986" y="81813"/>
                </a:lnTo>
                <a:lnTo>
                  <a:pt x="81813" y="47986"/>
                </a:lnTo>
                <a:lnTo>
                  <a:pt x="122371" y="22200"/>
                </a:lnTo>
                <a:lnTo>
                  <a:pt x="168350" y="5768"/>
                </a:lnTo>
                <a:lnTo>
                  <a:pt x="218439" y="0"/>
                </a:lnTo>
                <a:lnTo>
                  <a:pt x="2748788" y="0"/>
                </a:lnTo>
                <a:lnTo>
                  <a:pt x="2798877" y="5768"/>
                </a:lnTo>
                <a:lnTo>
                  <a:pt x="2844856" y="22200"/>
                </a:lnTo>
                <a:lnTo>
                  <a:pt x="2885414" y="47986"/>
                </a:lnTo>
                <a:lnTo>
                  <a:pt x="2919241" y="81813"/>
                </a:lnTo>
                <a:lnTo>
                  <a:pt x="2945027" y="122371"/>
                </a:lnTo>
                <a:lnTo>
                  <a:pt x="2961459" y="168350"/>
                </a:lnTo>
                <a:lnTo>
                  <a:pt x="2967228" y="218439"/>
                </a:lnTo>
                <a:lnTo>
                  <a:pt x="2967228" y="1092200"/>
                </a:lnTo>
                <a:lnTo>
                  <a:pt x="2961459" y="1142289"/>
                </a:lnTo>
                <a:lnTo>
                  <a:pt x="2945027" y="1188268"/>
                </a:lnTo>
                <a:lnTo>
                  <a:pt x="2919241" y="1228826"/>
                </a:lnTo>
                <a:lnTo>
                  <a:pt x="2885414" y="1262653"/>
                </a:lnTo>
                <a:lnTo>
                  <a:pt x="2844856" y="1288439"/>
                </a:lnTo>
                <a:lnTo>
                  <a:pt x="2798877" y="1304871"/>
                </a:lnTo>
                <a:lnTo>
                  <a:pt x="2748788" y="1310639"/>
                </a:lnTo>
                <a:lnTo>
                  <a:pt x="218439" y="1310639"/>
                </a:lnTo>
                <a:lnTo>
                  <a:pt x="168350" y="1304871"/>
                </a:lnTo>
                <a:lnTo>
                  <a:pt x="122371" y="1288439"/>
                </a:lnTo>
                <a:lnTo>
                  <a:pt x="81813" y="1262653"/>
                </a:lnTo>
                <a:lnTo>
                  <a:pt x="47986" y="1228826"/>
                </a:lnTo>
                <a:lnTo>
                  <a:pt x="22200" y="1188268"/>
                </a:lnTo>
                <a:lnTo>
                  <a:pt x="5768" y="1142289"/>
                </a:lnTo>
                <a:lnTo>
                  <a:pt x="0" y="1092200"/>
                </a:lnTo>
                <a:lnTo>
                  <a:pt x="0" y="218439"/>
                </a:lnTo>
                <a:close/>
              </a:path>
            </a:pathLst>
          </a:custGeom>
          <a:noFill/>
          <a:ln w="25400">
            <a:solidFill>
              <a:srgbClr val="613b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629240" y="3079800"/>
            <a:ext cx="1811160" cy="5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ftr" idx="10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11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sldNum" idx="12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s-E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44B15D3-1053-44EA-97A3-79C1D52B3FAA}" type="slidenum">
              <a:rPr b="0" lang="es-E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&lt;número&gt;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Segundo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Tercer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Cuarto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bg object 16" descr=""/>
          <p:cNvPicPr/>
          <p:nvPr/>
        </p:nvPicPr>
        <p:blipFill>
          <a:blip r:embed="rId2"/>
          <a:stretch/>
        </p:blipFill>
        <p:spPr>
          <a:xfrm>
            <a:off x="251280" y="187560"/>
            <a:ext cx="1374840" cy="32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ftr" idx="13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dt" idx="14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15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s-E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169A373-48AE-4C9A-89D1-3564D6DFE382}" type="slidenum">
              <a:rPr b="0" lang="es-E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&lt;número&gt;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Segundo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Tercer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Cuarto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object 4" descr=""/>
          <p:cNvPicPr/>
          <p:nvPr/>
        </p:nvPicPr>
        <p:blipFill>
          <a:blip r:embed="rId1"/>
          <a:srcRect l="31574" t="11384" r="0" b="0"/>
          <a:stretch/>
        </p:blipFill>
        <p:spPr>
          <a:xfrm>
            <a:off x="419040" y="269280"/>
            <a:ext cx="11280960" cy="6210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2026-02-03T10:17:34Z</dcterms:created>
  <dc:creator>Juan Antonio Monje</dc:creator>
  <dc:description/>
  <dc:language>es-ES</dc:language>
  <cp:lastModifiedBy/>
  <dcterms:modified xsi:type="dcterms:W3CDTF">2026-02-03T11:24:00Z</dcterms:modified>
  <cp:revision>1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2024-01-12T00:00:00Z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2026-02-03T00:00:00Z</vt:filetime>
  </property>
  <property fmtid="{D5CDD505-2E9C-101B-9397-08002B2CF9AE}" pid="5" name="PresentationFormat">
    <vt:lpwstr>On-screen Show (4:3)</vt:lpwstr>
  </property>
  <property fmtid="{D5CDD505-2E9C-101B-9397-08002B2CF9AE}" pid="6" name="Producer">
    <vt:lpwstr>Microsoft® PowerPoint® para Microsoft 365</vt:lpwstr>
  </property>
</Properties>
</file>